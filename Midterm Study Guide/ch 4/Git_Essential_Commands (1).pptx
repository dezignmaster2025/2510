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7" r:id="rId5"/>
    <p:sldId id="256" r:id="rId6"/>
    <p:sldId id="27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6501C0-2C26-4B43-B750-E3CD574C001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9DBDCF-EBB4-4D69-8044-F20FE3A86160}">
      <dgm:prSet/>
      <dgm:spPr/>
      <dgm:t>
        <a:bodyPr/>
        <a:lstStyle/>
        <a:p>
          <a:r>
            <a:rPr lang="en-US" dirty="0"/>
            <a:t>Start tracking a project with Git</a:t>
          </a:r>
        </a:p>
      </dgm:t>
    </dgm:pt>
    <dgm:pt modelId="{F54C0448-557A-4372-B0E4-1BC5580C19B4}" type="parTrans" cxnId="{B0F40A56-9668-48BE-BA83-294B5DEE1582}">
      <dgm:prSet/>
      <dgm:spPr/>
      <dgm:t>
        <a:bodyPr/>
        <a:lstStyle/>
        <a:p>
          <a:endParaRPr lang="en-US"/>
        </a:p>
      </dgm:t>
    </dgm:pt>
    <dgm:pt modelId="{2C873727-F54F-4EA4-AC80-EBFEC88CE81F}" type="sibTrans" cxnId="{B0F40A56-9668-48BE-BA83-294B5DEE1582}">
      <dgm:prSet/>
      <dgm:spPr/>
      <dgm:t>
        <a:bodyPr/>
        <a:lstStyle/>
        <a:p>
          <a:endParaRPr lang="en-US"/>
        </a:p>
      </dgm:t>
    </dgm:pt>
    <dgm:pt modelId="{89439706-4469-4CEA-84C5-5662A610E377}">
      <dgm:prSet/>
      <dgm:spPr/>
      <dgm:t>
        <a:bodyPr/>
        <a:lstStyle/>
        <a:p>
          <a:r>
            <a:rPr lang="en-US" dirty="0"/>
            <a:t>Creates a new .git directory</a:t>
          </a:r>
        </a:p>
      </dgm:t>
    </dgm:pt>
    <dgm:pt modelId="{A25E8243-F8B3-4A2E-AE5D-D1564B7FD3AE}" type="parTrans" cxnId="{27E0A611-4A41-48C7-8E67-093DC6E5627A}">
      <dgm:prSet/>
      <dgm:spPr/>
      <dgm:t>
        <a:bodyPr/>
        <a:lstStyle/>
        <a:p>
          <a:endParaRPr lang="en-US"/>
        </a:p>
      </dgm:t>
    </dgm:pt>
    <dgm:pt modelId="{32965C90-9C73-4EDD-9681-52616C63F0D5}" type="sibTrans" cxnId="{27E0A611-4A41-48C7-8E67-093DC6E5627A}">
      <dgm:prSet/>
      <dgm:spPr/>
      <dgm:t>
        <a:bodyPr/>
        <a:lstStyle/>
        <a:p>
          <a:endParaRPr lang="en-US"/>
        </a:p>
      </dgm:t>
    </dgm:pt>
    <dgm:pt modelId="{3B6C0908-AD56-4A32-8F53-F0C0A45ADF91}">
      <dgm:prSet/>
      <dgm:spPr/>
      <dgm:t>
        <a:bodyPr/>
        <a:lstStyle/>
        <a:p>
          <a:r>
            <a:rPr lang="en-US" b="1" dirty="0"/>
            <a:t>git </a:t>
          </a:r>
          <a:r>
            <a:rPr lang="en-US" b="1" dirty="0" err="1"/>
            <a:t>init</a:t>
          </a:r>
          <a:endParaRPr lang="en-US" dirty="0"/>
        </a:p>
      </dgm:t>
    </dgm:pt>
    <dgm:pt modelId="{002FAAC6-8D54-4B7B-823D-B0CF9A7413EA}" type="parTrans" cxnId="{33F01EF6-73B6-4CC8-97B1-6852552203FC}">
      <dgm:prSet/>
      <dgm:spPr/>
      <dgm:t>
        <a:bodyPr/>
        <a:lstStyle/>
        <a:p>
          <a:endParaRPr lang="en-US"/>
        </a:p>
      </dgm:t>
    </dgm:pt>
    <dgm:pt modelId="{56CF6B57-DAFB-477F-8113-5EEB12B19DD3}" type="sibTrans" cxnId="{33F01EF6-73B6-4CC8-97B1-6852552203FC}">
      <dgm:prSet/>
      <dgm:spPr/>
      <dgm:t>
        <a:bodyPr/>
        <a:lstStyle/>
        <a:p>
          <a:endParaRPr lang="en-US"/>
        </a:p>
      </dgm:t>
    </dgm:pt>
    <dgm:pt modelId="{3FDB3D9A-7DAC-4E29-A116-16B55ACE85D3}" type="pres">
      <dgm:prSet presAssocID="{D16501C0-2C26-4B43-B750-E3CD574C00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C6E3DB-A1AC-44A5-B822-9562AEE9DE29}" type="pres">
      <dgm:prSet presAssocID="{5F9DBDCF-EBB4-4D69-8044-F20FE3A86160}" presName="hierRoot1" presStyleCnt="0"/>
      <dgm:spPr/>
    </dgm:pt>
    <dgm:pt modelId="{569EEC9E-6FE0-41AB-888D-9CD94C46D3F0}" type="pres">
      <dgm:prSet presAssocID="{5F9DBDCF-EBB4-4D69-8044-F20FE3A86160}" presName="composite" presStyleCnt="0"/>
      <dgm:spPr/>
    </dgm:pt>
    <dgm:pt modelId="{3D0EDFB7-9D4B-4A1D-B779-F34130ABC48F}" type="pres">
      <dgm:prSet presAssocID="{5F9DBDCF-EBB4-4D69-8044-F20FE3A86160}" presName="background" presStyleLbl="node0" presStyleIdx="0" presStyleCnt="2"/>
      <dgm:spPr/>
    </dgm:pt>
    <dgm:pt modelId="{15DEA8E0-6319-48CF-BB6A-C4A97441B3DA}" type="pres">
      <dgm:prSet presAssocID="{5F9DBDCF-EBB4-4D69-8044-F20FE3A86160}" presName="text" presStyleLbl="fgAcc0" presStyleIdx="0" presStyleCnt="2">
        <dgm:presLayoutVars>
          <dgm:chPref val="3"/>
        </dgm:presLayoutVars>
      </dgm:prSet>
      <dgm:spPr/>
    </dgm:pt>
    <dgm:pt modelId="{41922A2C-BC2F-46F9-BDA7-C2577C8FEF19}" type="pres">
      <dgm:prSet presAssocID="{5F9DBDCF-EBB4-4D69-8044-F20FE3A86160}" presName="hierChild2" presStyleCnt="0"/>
      <dgm:spPr/>
    </dgm:pt>
    <dgm:pt modelId="{699F4DB9-01CE-4FE3-9399-8710B074EE67}" type="pres">
      <dgm:prSet presAssocID="{89439706-4469-4CEA-84C5-5662A610E377}" presName="hierRoot1" presStyleCnt="0"/>
      <dgm:spPr/>
    </dgm:pt>
    <dgm:pt modelId="{506B4FBB-5943-403D-9AD1-0172C971F36A}" type="pres">
      <dgm:prSet presAssocID="{89439706-4469-4CEA-84C5-5662A610E377}" presName="composite" presStyleCnt="0"/>
      <dgm:spPr/>
    </dgm:pt>
    <dgm:pt modelId="{00D2B595-1194-44BD-9E61-7D1572E2961D}" type="pres">
      <dgm:prSet presAssocID="{89439706-4469-4CEA-84C5-5662A610E377}" presName="background" presStyleLbl="node0" presStyleIdx="1" presStyleCnt="2"/>
      <dgm:spPr/>
    </dgm:pt>
    <dgm:pt modelId="{C277CD39-86D7-4E33-9CE2-C87724CBBF9D}" type="pres">
      <dgm:prSet presAssocID="{89439706-4469-4CEA-84C5-5662A610E377}" presName="text" presStyleLbl="fgAcc0" presStyleIdx="1" presStyleCnt="2">
        <dgm:presLayoutVars>
          <dgm:chPref val="3"/>
        </dgm:presLayoutVars>
      </dgm:prSet>
      <dgm:spPr/>
    </dgm:pt>
    <dgm:pt modelId="{05D2FD79-A112-4F7D-ABC6-50C0A3C1A934}" type="pres">
      <dgm:prSet presAssocID="{89439706-4469-4CEA-84C5-5662A610E377}" presName="hierChild2" presStyleCnt="0"/>
      <dgm:spPr/>
    </dgm:pt>
    <dgm:pt modelId="{3D083E74-BDFF-47A9-A994-F1AB462B30FB}" type="pres">
      <dgm:prSet presAssocID="{002FAAC6-8D54-4B7B-823D-B0CF9A7413EA}" presName="Name10" presStyleLbl="parChTrans1D2" presStyleIdx="0" presStyleCnt="1"/>
      <dgm:spPr/>
    </dgm:pt>
    <dgm:pt modelId="{0E0119AA-670B-43C6-93D0-28875F3A2B0E}" type="pres">
      <dgm:prSet presAssocID="{3B6C0908-AD56-4A32-8F53-F0C0A45ADF91}" presName="hierRoot2" presStyleCnt="0"/>
      <dgm:spPr/>
    </dgm:pt>
    <dgm:pt modelId="{17B74E33-FAB4-4FC3-A3DF-10974673AFFF}" type="pres">
      <dgm:prSet presAssocID="{3B6C0908-AD56-4A32-8F53-F0C0A45ADF91}" presName="composite2" presStyleCnt="0"/>
      <dgm:spPr/>
    </dgm:pt>
    <dgm:pt modelId="{27DA2194-A064-412F-AE85-CAF8D4DCEC6C}" type="pres">
      <dgm:prSet presAssocID="{3B6C0908-AD56-4A32-8F53-F0C0A45ADF91}" presName="background2" presStyleLbl="node2" presStyleIdx="0" presStyleCnt="1"/>
      <dgm:spPr/>
    </dgm:pt>
    <dgm:pt modelId="{27DFAE1E-E285-4203-9CE9-823D6625C6E8}" type="pres">
      <dgm:prSet presAssocID="{3B6C0908-AD56-4A32-8F53-F0C0A45ADF91}" presName="text2" presStyleLbl="fgAcc2" presStyleIdx="0" presStyleCnt="1">
        <dgm:presLayoutVars>
          <dgm:chPref val="3"/>
        </dgm:presLayoutVars>
      </dgm:prSet>
      <dgm:spPr/>
    </dgm:pt>
    <dgm:pt modelId="{54C7AD79-1B59-4618-9E28-4910FE511826}" type="pres">
      <dgm:prSet presAssocID="{3B6C0908-AD56-4A32-8F53-F0C0A45ADF91}" presName="hierChild3" presStyleCnt="0"/>
      <dgm:spPr/>
    </dgm:pt>
  </dgm:ptLst>
  <dgm:cxnLst>
    <dgm:cxn modelId="{7BC81A0F-301C-4919-A0B1-2276B4FF67D6}" type="presOf" srcId="{89439706-4469-4CEA-84C5-5662A610E377}" destId="{C277CD39-86D7-4E33-9CE2-C87724CBBF9D}" srcOrd="0" destOrd="0" presId="urn:microsoft.com/office/officeart/2005/8/layout/hierarchy1"/>
    <dgm:cxn modelId="{27E0A611-4A41-48C7-8E67-093DC6E5627A}" srcId="{D16501C0-2C26-4B43-B750-E3CD574C001C}" destId="{89439706-4469-4CEA-84C5-5662A610E377}" srcOrd="1" destOrd="0" parTransId="{A25E8243-F8B3-4A2E-AE5D-D1564B7FD3AE}" sibTransId="{32965C90-9C73-4EDD-9681-52616C63F0D5}"/>
    <dgm:cxn modelId="{FB3FEC26-8DB0-4216-A973-A2DD8BBFCB0B}" type="presOf" srcId="{3B6C0908-AD56-4A32-8F53-F0C0A45ADF91}" destId="{27DFAE1E-E285-4203-9CE9-823D6625C6E8}" srcOrd="0" destOrd="0" presId="urn:microsoft.com/office/officeart/2005/8/layout/hierarchy1"/>
    <dgm:cxn modelId="{C01A692F-CFFE-4CF6-972B-BFC81B19DE5B}" type="presOf" srcId="{D16501C0-2C26-4B43-B750-E3CD574C001C}" destId="{3FDB3D9A-7DAC-4E29-A116-16B55ACE85D3}" srcOrd="0" destOrd="0" presId="urn:microsoft.com/office/officeart/2005/8/layout/hierarchy1"/>
    <dgm:cxn modelId="{B0F40A56-9668-48BE-BA83-294B5DEE1582}" srcId="{D16501C0-2C26-4B43-B750-E3CD574C001C}" destId="{5F9DBDCF-EBB4-4D69-8044-F20FE3A86160}" srcOrd="0" destOrd="0" parTransId="{F54C0448-557A-4372-B0E4-1BC5580C19B4}" sibTransId="{2C873727-F54F-4EA4-AC80-EBFEC88CE81F}"/>
    <dgm:cxn modelId="{A9CCF1A7-5ABA-4982-9485-5982DD57D121}" type="presOf" srcId="{002FAAC6-8D54-4B7B-823D-B0CF9A7413EA}" destId="{3D083E74-BDFF-47A9-A994-F1AB462B30FB}" srcOrd="0" destOrd="0" presId="urn:microsoft.com/office/officeart/2005/8/layout/hierarchy1"/>
    <dgm:cxn modelId="{ABD514F4-C6FA-4FAB-95B6-6DAE77347F63}" type="presOf" srcId="{5F9DBDCF-EBB4-4D69-8044-F20FE3A86160}" destId="{15DEA8E0-6319-48CF-BB6A-C4A97441B3DA}" srcOrd="0" destOrd="0" presId="urn:microsoft.com/office/officeart/2005/8/layout/hierarchy1"/>
    <dgm:cxn modelId="{33F01EF6-73B6-4CC8-97B1-6852552203FC}" srcId="{89439706-4469-4CEA-84C5-5662A610E377}" destId="{3B6C0908-AD56-4A32-8F53-F0C0A45ADF91}" srcOrd="0" destOrd="0" parTransId="{002FAAC6-8D54-4B7B-823D-B0CF9A7413EA}" sibTransId="{56CF6B57-DAFB-477F-8113-5EEB12B19DD3}"/>
    <dgm:cxn modelId="{7528A474-9F81-48C2-AD72-E2E330E80CB9}" type="presParOf" srcId="{3FDB3D9A-7DAC-4E29-A116-16B55ACE85D3}" destId="{FBC6E3DB-A1AC-44A5-B822-9562AEE9DE29}" srcOrd="0" destOrd="0" presId="urn:microsoft.com/office/officeart/2005/8/layout/hierarchy1"/>
    <dgm:cxn modelId="{3325F977-9D8C-4214-B224-A7BAC0F4B41D}" type="presParOf" srcId="{FBC6E3DB-A1AC-44A5-B822-9562AEE9DE29}" destId="{569EEC9E-6FE0-41AB-888D-9CD94C46D3F0}" srcOrd="0" destOrd="0" presId="urn:microsoft.com/office/officeart/2005/8/layout/hierarchy1"/>
    <dgm:cxn modelId="{23C3D65D-4E26-4FD4-82CC-8CC514B0F51C}" type="presParOf" srcId="{569EEC9E-6FE0-41AB-888D-9CD94C46D3F0}" destId="{3D0EDFB7-9D4B-4A1D-B779-F34130ABC48F}" srcOrd="0" destOrd="0" presId="urn:microsoft.com/office/officeart/2005/8/layout/hierarchy1"/>
    <dgm:cxn modelId="{B88E5520-1AFE-4688-946D-186CB874D9CA}" type="presParOf" srcId="{569EEC9E-6FE0-41AB-888D-9CD94C46D3F0}" destId="{15DEA8E0-6319-48CF-BB6A-C4A97441B3DA}" srcOrd="1" destOrd="0" presId="urn:microsoft.com/office/officeart/2005/8/layout/hierarchy1"/>
    <dgm:cxn modelId="{EB14B91A-2E99-4760-B908-A08F6EF0B8E2}" type="presParOf" srcId="{FBC6E3DB-A1AC-44A5-B822-9562AEE9DE29}" destId="{41922A2C-BC2F-46F9-BDA7-C2577C8FEF19}" srcOrd="1" destOrd="0" presId="urn:microsoft.com/office/officeart/2005/8/layout/hierarchy1"/>
    <dgm:cxn modelId="{6B5A56D2-5B7F-480F-A568-EF8A1E55F311}" type="presParOf" srcId="{3FDB3D9A-7DAC-4E29-A116-16B55ACE85D3}" destId="{699F4DB9-01CE-4FE3-9399-8710B074EE67}" srcOrd="1" destOrd="0" presId="urn:microsoft.com/office/officeart/2005/8/layout/hierarchy1"/>
    <dgm:cxn modelId="{9B7239F7-3ECB-4A0C-95AE-2AFB8F24CE6C}" type="presParOf" srcId="{699F4DB9-01CE-4FE3-9399-8710B074EE67}" destId="{506B4FBB-5943-403D-9AD1-0172C971F36A}" srcOrd="0" destOrd="0" presId="urn:microsoft.com/office/officeart/2005/8/layout/hierarchy1"/>
    <dgm:cxn modelId="{B5A04C17-26FE-4936-990A-4AB5D0C169F3}" type="presParOf" srcId="{506B4FBB-5943-403D-9AD1-0172C971F36A}" destId="{00D2B595-1194-44BD-9E61-7D1572E2961D}" srcOrd="0" destOrd="0" presId="urn:microsoft.com/office/officeart/2005/8/layout/hierarchy1"/>
    <dgm:cxn modelId="{DB029D37-3F9C-49A0-B3BE-3303E430A9D9}" type="presParOf" srcId="{506B4FBB-5943-403D-9AD1-0172C971F36A}" destId="{C277CD39-86D7-4E33-9CE2-C87724CBBF9D}" srcOrd="1" destOrd="0" presId="urn:microsoft.com/office/officeart/2005/8/layout/hierarchy1"/>
    <dgm:cxn modelId="{BC646401-0143-4566-B4AD-4119D00E1209}" type="presParOf" srcId="{699F4DB9-01CE-4FE3-9399-8710B074EE67}" destId="{05D2FD79-A112-4F7D-ABC6-50C0A3C1A934}" srcOrd="1" destOrd="0" presId="urn:microsoft.com/office/officeart/2005/8/layout/hierarchy1"/>
    <dgm:cxn modelId="{CC5A246B-862C-42AA-B153-D37D928D79DA}" type="presParOf" srcId="{05D2FD79-A112-4F7D-ABC6-50C0A3C1A934}" destId="{3D083E74-BDFF-47A9-A994-F1AB462B30FB}" srcOrd="0" destOrd="0" presId="urn:microsoft.com/office/officeart/2005/8/layout/hierarchy1"/>
    <dgm:cxn modelId="{851D984C-D898-49A2-8920-834DA02742B3}" type="presParOf" srcId="{05D2FD79-A112-4F7D-ABC6-50C0A3C1A934}" destId="{0E0119AA-670B-43C6-93D0-28875F3A2B0E}" srcOrd="1" destOrd="0" presId="urn:microsoft.com/office/officeart/2005/8/layout/hierarchy1"/>
    <dgm:cxn modelId="{D29131F8-51C7-4DB7-878B-46C5A35F4E74}" type="presParOf" srcId="{0E0119AA-670B-43C6-93D0-28875F3A2B0E}" destId="{17B74E33-FAB4-4FC3-A3DF-10974673AFFF}" srcOrd="0" destOrd="0" presId="urn:microsoft.com/office/officeart/2005/8/layout/hierarchy1"/>
    <dgm:cxn modelId="{26EF35E0-D956-49CB-ACD8-36416F48A323}" type="presParOf" srcId="{17B74E33-FAB4-4FC3-A3DF-10974673AFFF}" destId="{27DA2194-A064-412F-AE85-CAF8D4DCEC6C}" srcOrd="0" destOrd="0" presId="urn:microsoft.com/office/officeart/2005/8/layout/hierarchy1"/>
    <dgm:cxn modelId="{00295DF7-812E-40AC-9DCE-2A04425F94C1}" type="presParOf" srcId="{17B74E33-FAB4-4FC3-A3DF-10974673AFFF}" destId="{27DFAE1E-E285-4203-9CE9-823D6625C6E8}" srcOrd="1" destOrd="0" presId="urn:microsoft.com/office/officeart/2005/8/layout/hierarchy1"/>
    <dgm:cxn modelId="{1FD10E17-687F-480B-A0EF-E8CE34DA5B25}" type="presParOf" srcId="{0E0119AA-670B-43C6-93D0-28875F3A2B0E}" destId="{54C7AD79-1B59-4618-9E28-4910FE5118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6501C0-2C26-4B43-B750-E3CD574C001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9DBDCF-EBB4-4D69-8044-F20FE3A86160}">
      <dgm:prSet/>
      <dgm:spPr/>
      <dgm:t>
        <a:bodyPr/>
        <a:lstStyle/>
        <a:p>
          <a:r>
            <a:rPr lang="en-US" dirty="0"/>
            <a:t>Prepare files to be committed</a:t>
          </a:r>
        </a:p>
      </dgm:t>
    </dgm:pt>
    <dgm:pt modelId="{F54C0448-557A-4372-B0E4-1BC5580C19B4}" type="parTrans" cxnId="{B0F40A56-9668-48BE-BA83-294B5DEE1582}">
      <dgm:prSet/>
      <dgm:spPr/>
      <dgm:t>
        <a:bodyPr/>
        <a:lstStyle/>
        <a:p>
          <a:endParaRPr lang="en-US"/>
        </a:p>
      </dgm:t>
    </dgm:pt>
    <dgm:pt modelId="{2C873727-F54F-4EA4-AC80-EBFEC88CE81F}" type="sibTrans" cxnId="{B0F40A56-9668-48BE-BA83-294B5DEE1582}">
      <dgm:prSet/>
      <dgm:spPr/>
      <dgm:t>
        <a:bodyPr/>
        <a:lstStyle/>
        <a:p>
          <a:endParaRPr lang="en-US"/>
        </a:p>
      </dgm:t>
    </dgm:pt>
    <dgm:pt modelId="{89439706-4469-4CEA-84C5-5662A610E377}">
      <dgm:prSet/>
      <dgm:spPr/>
      <dgm:t>
        <a:bodyPr/>
        <a:lstStyle/>
        <a:p>
          <a:r>
            <a:rPr lang="en-US" dirty="0"/>
            <a:t>Use '.' to stage all changes</a:t>
          </a:r>
        </a:p>
      </dgm:t>
    </dgm:pt>
    <dgm:pt modelId="{A25E8243-F8B3-4A2E-AE5D-D1564B7FD3AE}" type="parTrans" cxnId="{27E0A611-4A41-48C7-8E67-093DC6E5627A}">
      <dgm:prSet/>
      <dgm:spPr/>
      <dgm:t>
        <a:bodyPr/>
        <a:lstStyle/>
        <a:p>
          <a:endParaRPr lang="en-US"/>
        </a:p>
      </dgm:t>
    </dgm:pt>
    <dgm:pt modelId="{32965C90-9C73-4EDD-9681-52616C63F0D5}" type="sibTrans" cxnId="{27E0A611-4A41-48C7-8E67-093DC6E5627A}">
      <dgm:prSet/>
      <dgm:spPr/>
      <dgm:t>
        <a:bodyPr/>
        <a:lstStyle/>
        <a:p>
          <a:endParaRPr lang="en-US"/>
        </a:p>
      </dgm:t>
    </dgm:pt>
    <dgm:pt modelId="{3B6C0908-AD56-4A32-8F53-F0C0A45ADF91}">
      <dgm:prSet/>
      <dgm:spPr/>
      <dgm:t>
        <a:bodyPr/>
        <a:lstStyle/>
        <a:p>
          <a:r>
            <a:rPr lang="en-US" b="1" dirty="0"/>
            <a:t>git add .</a:t>
          </a:r>
          <a:endParaRPr lang="en-US" dirty="0"/>
        </a:p>
      </dgm:t>
    </dgm:pt>
    <dgm:pt modelId="{002FAAC6-8D54-4B7B-823D-B0CF9A7413EA}" type="parTrans" cxnId="{33F01EF6-73B6-4CC8-97B1-6852552203FC}">
      <dgm:prSet/>
      <dgm:spPr/>
      <dgm:t>
        <a:bodyPr/>
        <a:lstStyle/>
        <a:p>
          <a:endParaRPr lang="en-US"/>
        </a:p>
      </dgm:t>
    </dgm:pt>
    <dgm:pt modelId="{56CF6B57-DAFB-477F-8113-5EEB12B19DD3}" type="sibTrans" cxnId="{33F01EF6-73B6-4CC8-97B1-6852552203FC}">
      <dgm:prSet/>
      <dgm:spPr/>
      <dgm:t>
        <a:bodyPr/>
        <a:lstStyle/>
        <a:p>
          <a:endParaRPr lang="en-US"/>
        </a:p>
      </dgm:t>
    </dgm:pt>
    <dgm:pt modelId="{3FDB3D9A-7DAC-4E29-A116-16B55ACE85D3}" type="pres">
      <dgm:prSet presAssocID="{D16501C0-2C26-4B43-B750-E3CD574C00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C6E3DB-A1AC-44A5-B822-9562AEE9DE29}" type="pres">
      <dgm:prSet presAssocID="{5F9DBDCF-EBB4-4D69-8044-F20FE3A86160}" presName="hierRoot1" presStyleCnt="0"/>
      <dgm:spPr/>
    </dgm:pt>
    <dgm:pt modelId="{569EEC9E-6FE0-41AB-888D-9CD94C46D3F0}" type="pres">
      <dgm:prSet presAssocID="{5F9DBDCF-EBB4-4D69-8044-F20FE3A86160}" presName="composite" presStyleCnt="0"/>
      <dgm:spPr/>
    </dgm:pt>
    <dgm:pt modelId="{3D0EDFB7-9D4B-4A1D-B779-F34130ABC48F}" type="pres">
      <dgm:prSet presAssocID="{5F9DBDCF-EBB4-4D69-8044-F20FE3A86160}" presName="background" presStyleLbl="node0" presStyleIdx="0" presStyleCnt="2"/>
      <dgm:spPr/>
    </dgm:pt>
    <dgm:pt modelId="{15DEA8E0-6319-48CF-BB6A-C4A97441B3DA}" type="pres">
      <dgm:prSet presAssocID="{5F9DBDCF-EBB4-4D69-8044-F20FE3A86160}" presName="text" presStyleLbl="fgAcc0" presStyleIdx="0" presStyleCnt="2">
        <dgm:presLayoutVars>
          <dgm:chPref val="3"/>
        </dgm:presLayoutVars>
      </dgm:prSet>
      <dgm:spPr/>
    </dgm:pt>
    <dgm:pt modelId="{41922A2C-BC2F-46F9-BDA7-C2577C8FEF19}" type="pres">
      <dgm:prSet presAssocID="{5F9DBDCF-EBB4-4D69-8044-F20FE3A86160}" presName="hierChild2" presStyleCnt="0"/>
      <dgm:spPr/>
    </dgm:pt>
    <dgm:pt modelId="{699F4DB9-01CE-4FE3-9399-8710B074EE67}" type="pres">
      <dgm:prSet presAssocID="{89439706-4469-4CEA-84C5-5662A610E377}" presName="hierRoot1" presStyleCnt="0"/>
      <dgm:spPr/>
    </dgm:pt>
    <dgm:pt modelId="{506B4FBB-5943-403D-9AD1-0172C971F36A}" type="pres">
      <dgm:prSet presAssocID="{89439706-4469-4CEA-84C5-5662A610E377}" presName="composite" presStyleCnt="0"/>
      <dgm:spPr/>
    </dgm:pt>
    <dgm:pt modelId="{00D2B595-1194-44BD-9E61-7D1572E2961D}" type="pres">
      <dgm:prSet presAssocID="{89439706-4469-4CEA-84C5-5662A610E377}" presName="background" presStyleLbl="node0" presStyleIdx="1" presStyleCnt="2"/>
      <dgm:spPr/>
    </dgm:pt>
    <dgm:pt modelId="{C277CD39-86D7-4E33-9CE2-C87724CBBF9D}" type="pres">
      <dgm:prSet presAssocID="{89439706-4469-4CEA-84C5-5662A610E377}" presName="text" presStyleLbl="fgAcc0" presStyleIdx="1" presStyleCnt="2">
        <dgm:presLayoutVars>
          <dgm:chPref val="3"/>
        </dgm:presLayoutVars>
      </dgm:prSet>
      <dgm:spPr/>
    </dgm:pt>
    <dgm:pt modelId="{05D2FD79-A112-4F7D-ABC6-50C0A3C1A934}" type="pres">
      <dgm:prSet presAssocID="{89439706-4469-4CEA-84C5-5662A610E377}" presName="hierChild2" presStyleCnt="0"/>
      <dgm:spPr/>
    </dgm:pt>
    <dgm:pt modelId="{3D083E74-BDFF-47A9-A994-F1AB462B30FB}" type="pres">
      <dgm:prSet presAssocID="{002FAAC6-8D54-4B7B-823D-B0CF9A7413EA}" presName="Name10" presStyleLbl="parChTrans1D2" presStyleIdx="0" presStyleCnt="1"/>
      <dgm:spPr/>
    </dgm:pt>
    <dgm:pt modelId="{0E0119AA-670B-43C6-93D0-28875F3A2B0E}" type="pres">
      <dgm:prSet presAssocID="{3B6C0908-AD56-4A32-8F53-F0C0A45ADF91}" presName="hierRoot2" presStyleCnt="0"/>
      <dgm:spPr/>
    </dgm:pt>
    <dgm:pt modelId="{17B74E33-FAB4-4FC3-A3DF-10974673AFFF}" type="pres">
      <dgm:prSet presAssocID="{3B6C0908-AD56-4A32-8F53-F0C0A45ADF91}" presName="composite2" presStyleCnt="0"/>
      <dgm:spPr/>
    </dgm:pt>
    <dgm:pt modelId="{27DA2194-A064-412F-AE85-CAF8D4DCEC6C}" type="pres">
      <dgm:prSet presAssocID="{3B6C0908-AD56-4A32-8F53-F0C0A45ADF91}" presName="background2" presStyleLbl="node2" presStyleIdx="0" presStyleCnt="1"/>
      <dgm:spPr/>
    </dgm:pt>
    <dgm:pt modelId="{27DFAE1E-E285-4203-9CE9-823D6625C6E8}" type="pres">
      <dgm:prSet presAssocID="{3B6C0908-AD56-4A32-8F53-F0C0A45ADF91}" presName="text2" presStyleLbl="fgAcc2" presStyleIdx="0" presStyleCnt="1">
        <dgm:presLayoutVars>
          <dgm:chPref val="3"/>
        </dgm:presLayoutVars>
      </dgm:prSet>
      <dgm:spPr/>
    </dgm:pt>
    <dgm:pt modelId="{54C7AD79-1B59-4618-9E28-4910FE511826}" type="pres">
      <dgm:prSet presAssocID="{3B6C0908-AD56-4A32-8F53-F0C0A45ADF91}" presName="hierChild3" presStyleCnt="0"/>
      <dgm:spPr/>
    </dgm:pt>
  </dgm:ptLst>
  <dgm:cxnLst>
    <dgm:cxn modelId="{7BC81A0F-301C-4919-A0B1-2276B4FF67D6}" type="presOf" srcId="{89439706-4469-4CEA-84C5-5662A610E377}" destId="{C277CD39-86D7-4E33-9CE2-C87724CBBF9D}" srcOrd="0" destOrd="0" presId="urn:microsoft.com/office/officeart/2005/8/layout/hierarchy1"/>
    <dgm:cxn modelId="{27E0A611-4A41-48C7-8E67-093DC6E5627A}" srcId="{D16501C0-2C26-4B43-B750-E3CD574C001C}" destId="{89439706-4469-4CEA-84C5-5662A610E377}" srcOrd="1" destOrd="0" parTransId="{A25E8243-F8B3-4A2E-AE5D-D1564B7FD3AE}" sibTransId="{32965C90-9C73-4EDD-9681-52616C63F0D5}"/>
    <dgm:cxn modelId="{FB3FEC26-8DB0-4216-A973-A2DD8BBFCB0B}" type="presOf" srcId="{3B6C0908-AD56-4A32-8F53-F0C0A45ADF91}" destId="{27DFAE1E-E285-4203-9CE9-823D6625C6E8}" srcOrd="0" destOrd="0" presId="urn:microsoft.com/office/officeart/2005/8/layout/hierarchy1"/>
    <dgm:cxn modelId="{C01A692F-CFFE-4CF6-972B-BFC81B19DE5B}" type="presOf" srcId="{D16501C0-2C26-4B43-B750-E3CD574C001C}" destId="{3FDB3D9A-7DAC-4E29-A116-16B55ACE85D3}" srcOrd="0" destOrd="0" presId="urn:microsoft.com/office/officeart/2005/8/layout/hierarchy1"/>
    <dgm:cxn modelId="{B0F40A56-9668-48BE-BA83-294B5DEE1582}" srcId="{D16501C0-2C26-4B43-B750-E3CD574C001C}" destId="{5F9DBDCF-EBB4-4D69-8044-F20FE3A86160}" srcOrd="0" destOrd="0" parTransId="{F54C0448-557A-4372-B0E4-1BC5580C19B4}" sibTransId="{2C873727-F54F-4EA4-AC80-EBFEC88CE81F}"/>
    <dgm:cxn modelId="{A9CCF1A7-5ABA-4982-9485-5982DD57D121}" type="presOf" srcId="{002FAAC6-8D54-4B7B-823D-B0CF9A7413EA}" destId="{3D083E74-BDFF-47A9-A994-F1AB462B30FB}" srcOrd="0" destOrd="0" presId="urn:microsoft.com/office/officeart/2005/8/layout/hierarchy1"/>
    <dgm:cxn modelId="{ABD514F4-C6FA-4FAB-95B6-6DAE77347F63}" type="presOf" srcId="{5F9DBDCF-EBB4-4D69-8044-F20FE3A86160}" destId="{15DEA8E0-6319-48CF-BB6A-C4A97441B3DA}" srcOrd="0" destOrd="0" presId="urn:microsoft.com/office/officeart/2005/8/layout/hierarchy1"/>
    <dgm:cxn modelId="{33F01EF6-73B6-4CC8-97B1-6852552203FC}" srcId="{89439706-4469-4CEA-84C5-5662A610E377}" destId="{3B6C0908-AD56-4A32-8F53-F0C0A45ADF91}" srcOrd="0" destOrd="0" parTransId="{002FAAC6-8D54-4B7B-823D-B0CF9A7413EA}" sibTransId="{56CF6B57-DAFB-477F-8113-5EEB12B19DD3}"/>
    <dgm:cxn modelId="{7528A474-9F81-48C2-AD72-E2E330E80CB9}" type="presParOf" srcId="{3FDB3D9A-7DAC-4E29-A116-16B55ACE85D3}" destId="{FBC6E3DB-A1AC-44A5-B822-9562AEE9DE29}" srcOrd="0" destOrd="0" presId="urn:microsoft.com/office/officeart/2005/8/layout/hierarchy1"/>
    <dgm:cxn modelId="{3325F977-9D8C-4214-B224-A7BAC0F4B41D}" type="presParOf" srcId="{FBC6E3DB-A1AC-44A5-B822-9562AEE9DE29}" destId="{569EEC9E-6FE0-41AB-888D-9CD94C46D3F0}" srcOrd="0" destOrd="0" presId="urn:microsoft.com/office/officeart/2005/8/layout/hierarchy1"/>
    <dgm:cxn modelId="{23C3D65D-4E26-4FD4-82CC-8CC514B0F51C}" type="presParOf" srcId="{569EEC9E-6FE0-41AB-888D-9CD94C46D3F0}" destId="{3D0EDFB7-9D4B-4A1D-B779-F34130ABC48F}" srcOrd="0" destOrd="0" presId="urn:microsoft.com/office/officeart/2005/8/layout/hierarchy1"/>
    <dgm:cxn modelId="{B88E5520-1AFE-4688-946D-186CB874D9CA}" type="presParOf" srcId="{569EEC9E-6FE0-41AB-888D-9CD94C46D3F0}" destId="{15DEA8E0-6319-48CF-BB6A-C4A97441B3DA}" srcOrd="1" destOrd="0" presId="urn:microsoft.com/office/officeart/2005/8/layout/hierarchy1"/>
    <dgm:cxn modelId="{EB14B91A-2E99-4760-B908-A08F6EF0B8E2}" type="presParOf" srcId="{FBC6E3DB-A1AC-44A5-B822-9562AEE9DE29}" destId="{41922A2C-BC2F-46F9-BDA7-C2577C8FEF19}" srcOrd="1" destOrd="0" presId="urn:microsoft.com/office/officeart/2005/8/layout/hierarchy1"/>
    <dgm:cxn modelId="{6B5A56D2-5B7F-480F-A568-EF8A1E55F311}" type="presParOf" srcId="{3FDB3D9A-7DAC-4E29-A116-16B55ACE85D3}" destId="{699F4DB9-01CE-4FE3-9399-8710B074EE67}" srcOrd="1" destOrd="0" presId="urn:microsoft.com/office/officeart/2005/8/layout/hierarchy1"/>
    <dgm:cxn modelId="{9B7239F7-3ECB-4A0C-95AE-2AFB8F24CE6C}" type="presParOf" srcId="{699F4DB9-01CE-4FE3-9399-8710B074EE67}" destId="{506B4FBB-5943-403D-9AD1-0172C971F36A}" srcOrd="0" destOrd="0" presId="urn:microsoft.com/office/officeart/2005/8/layout/hierarchy1"/>
    <dgm:cxn modelId="{B5A04C17-26FE-4936-990A-4AB5D0C169F3}" type="presParOf" srcId="{506B4FBB-5943-403D-9AD1-0172C971F36A}" destId="{00D2B595-1194-44BD-9E61-7D1572E2961D}" srcOrd="0" destOrd="0" presId="urn:microsoft.com/office/officeart/2005/8/layout/hierarchy1"/>
    <dgm:cxn modelId="{DB029D37-3F9C-49A0-B3BE-3303E430A9D9}" type="presParOf" srcId="{506B4FBB-5943-403D-9AD1-0172C971F36A}" destId="{C277CD39-86D7-4E33-9CE2-C87724CBBF9D}" srcOrd="1" destOrd="0" presId="urn:microsoft.com/office/officeart/2005/8/layout/hierarchy1"/>
    <dgm:cxn modelId="{BC646401-0143-4566-B4AD-4119D00E1209}" type="presParOf" srcId="{699F4DB9-01CE-4FE3-9399-8710B074EE67}" destId="{05D2FD79-A112-4F7D-ABC6-50C0A3C1A934}" srcOrd="1" destOrd="0" presId="urn:microsoft.com/office/officeart/2005/8/layout/hierarchy1"/>
    <dgm:cxn modelId="{CC5A246B-862C-42AA-B153-D37D928D79DA}" type="presParOf" srcId="{05D2FD79-A112-4F7D-ABC6-50C0A3C1A934}" destId="{3D083E74-BDFF-47A9-A994-F1AB462B30FB}" srcOrd="0" destOrd="0" presId="urn:microsoft.com/office/officeart/2005/8/layout/hierarchy1"/>
    <dgm:cxn modelId="{851D984C-D898-49A2-8920-834DA02742B3}" type="presParOf" srcId="{05D2FD79-A112-4F7D-ABC6-50C0A3C1A934}" destId="{0E0119AA-670B-43C6-93D0-28875F3A2B0E}" srcOrd="1" destOrd="0" presId="urn:microsoft.com/office/officeart/2005/8/layout/hierarchy1"/>
    <dgm:cxn modelId="{D29131F8-51C7-4DB7-878B-46C5A35F4E74}" type="presParOf" srcId="{0E0119AA-670B-43C6-93D0-28875F3A2B0E}" destId="{17B74E33-FAB4-4FC3-A3DF-10974673AFFF}" srcOrd="0" destOrd="0" presId="urn:microsoft.com/office/officeart/2005/8/layout/hierarchy1"/>
    <dgm:cxn modelId="{26EF35E0-D956-49CB-ACD8-36416F48A323}" type="presParOf" srcId="{17B74E33-FAB4-4FC3-A3DF-10974673AFFF}" destId="{27DA2194-A064-412F-AE85-CAF8D4DCEC6C}" srcOrd="0" destOrd="0" presId="urn:microsoft.com/office/officeart/2005/8/layout/hierarchy1"/>
    <dgm:cxn modelId="{00295DF7-812E-40AC-9DCE-2A04425F94C1}" type="presParOf" srcId="{17B74E33-FAB4-4FC3-A3DF-10974673AFFF}" destId="{27DFAE1E-E285-4203-9CE9-823D6625C6E8}" srcOrd="1" destOrd="0" presId="urn:microsoft.com/office/officeart/2005/8/layout/hierarchy1"/>
    <dgm:cxn modelId="{1FD10E17-687F-480B-A0EF-E8CE34DA5B25}" type="presParOf" srcId="{0E0119AA-670B-43C6-93D0-28875F3A2B0E}" destId="{54C7AD79-1B59-4618-9E28-4910FE5118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6501C0-2C26-4B43-B750-E3CD574C001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9DBDCF-EBB4-4D69-8044-F20FE3A86160}">
      <dgm:prSet/>
      <dgm:spPr/>
      <dgm:t>
        <a:bodyPr/>
        <a:lstStyle/>
        <a:p>
          <a:r>
            <a:rPr lang="en-US" dirty="0"/>
            <a:t>View current branch</a:t>
          </a:r>
        </a:p>
      </dgm:t>
    </dgm:pt>
    <dgm:pt modelId="{F54C0448-557A-4372-B0E4-1BC5580C19B4}" type="parTrans" cxnId="{B0F40A56-9668-48BE-BA83-294B5DEE1582}">
      <dgm:prSet/>
      <dgm:spPr/>
      <dgm:t>
        <a:bodyPr/>
        <a:lstStyle/>
        <a:p>
          <a:endParaRPr lang="en-US"/>
        </a:p>
      </dgm:t>
    </dgm:pt>
    <dgm:pt modelId="{2C873727-F54F-4EA4-AC80-EBFEC88CE81F}" type="sibTrans" cxnId="{B0F40A56-9668-48BE-BA83-294B5DEE1582}">
      <dgm:prSet/>
      <dgm:spPr/>
      <dgm:t>
        <a:bodyPr/>
        <a:lstStyle/>
        <a:p>
          <a:endParaRPr lang="en-US"/>
        </a:p>
      </dgm:t>
    </dgm:pt>
    <dgm:pt modelId="{89439706-4469-4CEA-84C5-5662A610E377}">
      <dgm:prSet/>
      <dgm:spPr/>
      <dgm:t>
        <a:bodyPr/>
        <a:lstStyle/>
        <a:p>
          <a:r>
            <a:rPr lang="en-US"/>
            <a:t>See staged and unstaged changes</a:t>
          </a:r>
        </a:p>
      </dgm:t>
    </dgm:pt>
    <dgm:pt modelId="{A25E8243-F8B3-4A2E-AE5D-D1564B7FD3AE}" type="parTrans" cxnId="{27E0A611-4A41-48C7-8E67-093DC6E5627A}">
      <dgm:prSet/>
      <dgm:spPr/>
      <dgm:t>
        <a:bodyPr/>
        <a:lstStyle/>
        <a:p>
          <a:endParaRPr lang="en-US"/>
        </a:p>
      </dgm:t>
    </dgm:pt>
    <dgm:pt modelId="{32965C90-9C73-4EDD-9681-52616C63F0D5}" type="sibTrans" cxnId="{27E0A611-4A41-48C7-8E67-093DC6E5627A}">
      <dgm:prSet/>
      <dgm:spPr/>
      <dgm:t>
        <a:bodyPr/>
        <a:lstStyle/>
        <a:p>
          <a:endParaRPr lang="en-US"/>
        </a:p>
      </dgm:t>
    </dgm:pt>
    <dgm:pt modelId="{3B6C0908-AD56-4A32-8F53-F0C0A45ADF91}">
      <dgm:prSet/>
      <dgm:spPr/>
      <dgm:t>
        <a:bodyPr/>
        <a:lstStyle/>
        <a:p>
          <a:r>
            <a:rPr lang="en-US" b="1"/>
            <a:t>git status</a:t>
          </a:r>
          <a:endParaRPr lang="en-US"/>
        </a:p>
      </dgm:t>
    </dgm:pt>
    <dgm:pt modelId="{002FAAC6-8D54-4B7B-823D-B0CF9A7413EA}" type="parTrans" cxnId="{33F01EF6-73B6-4CC8-97B1-6852552203FC}">
      <dgm:prSet/>
      <dgm:spPr/>
      <dgm:t>
        <a:bodyPr/>
        <a:lstStyle/>
        <a:p>
          <a:endParaRPr lang="en-US"/>
        </a:p>
      </dgm:t>
    </dgm:pt>
    <dgm:pt modelId="{56CF6B57-DAFB-477F-8113-5EEB12B19DD3}" type="sibTrans" cxnId="{33F01EF6-73B6-4CC8-97B1-6852552203FC}">
      <dgm:prSet/>
      <dgm:spPr/>
      <dgm:t>
        <a:bodyPr/>
        <a:lstStyle/>
        <a:p>
          <a:endParaRPr lang="en-US"/>
        </a:p>
      </dgm:t>
    </dgm:pt>
    <dgm:pt modelId="{3FDB3D9A-7DAC-4E29-A116-16B55ACE85D3}" type="pres">
      <dgm:prSet presAssocID="{D16501C0-2C26-4B43-B750-E3CD574C00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C6E3DB-A1AC-44A5-B822-9562AEE9DE29}" type="pres">
      <dgm:prSet presAssocID="{5F9DBDCF-EBB4-4D69-8044-F20FE3A86160}" presName="hierRoot1" presStyleCnt="0"/>
      <dgm:spPr/>
    </dgm:pt>
    <dgm:pt modelId="{569EEC9E-6FE0-41AB-888D-9CD94C46D3F0}" type="pres">
      <dgm:prSet presAssocID="{5F9DBDCF-EBB4-4D69-8044-F20FE3A86160}" presName="composite" presStyleCnt="0"/>
      <dgm:spPr/>
    </dgm:pt>
    <dgm:pt modelId="{3D0EDFB7-9D4B-4A1D-B779-F34130ABC48F}" type="pres">
      <dgm:prSet presAssocID="{5F9DBDCF-EBB4-4D69-8044-F20FE3A86160}" presName="background" presStyleLbl="node0" presStyleIdx="0" presStyleCnt="2"/>
      <dgm:spPr/>
    </dgm:pt>
    <dgm:pt modelId="{15DEA8E0-6319-48CF-BB6A-C4A97441B3DA}" type="pres">
      <dgm:prSet presAssocID="{5F9DBDCF-EBB4-4D69-8044-F20FE3A86160}" presName="text" presStyleLbl="fgAcc0" presStyleIdx="0" presStyleCnt="2">
        <dgm:presLayoutVars>
          <dgm:chPref val="3"/>
        </dgm:presLayoutVars>
      </dgm:prSet>
      <dgm:spPr/>
    </dgm:pt>
    <dgm:pt modelId="{41922A2C-BC2F-46F9-BDA7-C2577C8FEF19}" type="pres">
      <dgm:prSet presAssocID="{5F9DBDCF-EBB4-4D69-8044-F20FE3A86160}" presName="hierChild2" presStyleCnt="0"/>
      <dgm:spPr/>
    </dgm:pt>
    <dgm:pt modelId="{699F4DB9-01CE-4FE3-9399-8710B074EE67}" type="pres">
      <dgm:prSet presAssocID="{89439706-4469-4CEA-84C5-5662A610E377}" presName="hierRoot1" presStyleCnt="0"/>
      <dgm:spPr/>
    </dgm:pt>
    <dgm:pt modelId="{506B4FBB-5943-403D-9AD1-0172C971F36A}" type="pres">
      <dgm:prSet presAssocID="{89439706-4469-4CEA-84C5-5662A610E377}" presName="composite" presStyleCnt="0"/>
      <dgm:spPr/>
    </dgm:pt>
    <dgm:pt modelId="{00D2B595-1194-44BD-9E61-7D1572E2961D}" type="pres">
      <dgm:prSet presAssocID="{89439706-4469-4CEA-84C5-5662A610E377}" presName="background" presStyleLbl="node0" presStyleIdx="1" presStyleCnt="2"/>
      <dgm:spPr/>
    </dgm:pt>
    <dgm:pt modelId="{C277CD39-86D7-4E33-9CE2-C87724CBBF9D}" type="pres">
      <dgm:prSet presAssocID="{89439706-4469-4CEA-84C5-5662A610E377}" presName="text" presStyleLbl="fgAcc0" presStyleIdx="1" presStyleCnt="2">
        <dgm:presLayoutVars>
          <dgm:chPref val="3"/>
        </dgm:presLayoutVars>
      </dgm:prSet>
      <dgm:spPr/>
    </dgm:pt>
    <dgm:pt modelId="{05D2FD79-A112-4F7D-ABC6-50C0A3C1A934}" type="pres">
      <dgm:prSet presAssocID="{89439706-4469-4CEA-84C5-5662A610E377}" presName="hierChild2" presStyleCnt="0"/>
      <dgm:spPr/>
    </dgm:pt>
    <dgm:pt modelId="{3D083E74-BDFF-47A9-A994-F1AB462B30FB}" type="pres">
      <dgm:prSet presAssocID="{002FAAC6-8D54-4B7B-823D-B0CF9A7413EA}" presName="Name10" presStyleLbl="parChTrans1D2" presStyleIdx="0" presStyleCnt="1"/>
      <dgm:spPr/>
    </dgm:pt>
    <dgm:pt modelId="{0E0119AA-670B-43C6-93D0-28875F3A2B0E}" type="pres">
      <dgm:prSet presAssocID="{3B6C0908-AD56-4A32-8F53-F0C0A45ADF91}" presName="hierRoot2" presStyleCnt="0"/>
      <dgm:spPr/>
    </dgm:pt>
    <dgm:pt modelId="{17B74E33-FAB4-4FC3-A3DF-10974673AFFF}" type="pres">
      <dgm:prSet presAssocID="{3B6C0908-AD56-4A32-8F53-F0C0A45ADF91}" presName="composite2" presStyleCnt="0"/>
      <dgm:spPr/>
    </dgm:pt>
    <dgm:pt modelId="{27DA2194-A064-412F-AE85-CAF8D4DCEC6C}" type="pres">
      <dgm:prSet presAssocID="{3B6C0908-AD56-4A32-8F53-F0C0A45ADF91}" presName="background2" presStyleLbl="node2" presStyleIdx="0" presStyleCnt="1"/>
      <dgm:spPr/>
    </dgm:pt>
    <dgm:pt modelId="{27DFAE1E-E285-4203-9CE9-823D6625C6E8}" type="pres">
      <dgm:prSet presAssocID="{3B6C0908-AD56-4A32-8F53-F0C0A45ADF91}" presName="text2" presStyleLbl="fgAcc2" presStyleIdx="0" presStyleCnt="1">
        <dgm:presLayoutVars>
          <dgm:chPref val="3"/>
        </dgm:presLayoutVars>
      </dgm:prSet>
      <dgm:spPr/>
    </dgm:pt>
    <dgm:pt modelId="{54C7AD79-1B59-4618-9E28-4910FE511826}" type="pres">
      <dgm:prSet presAssocID="{3B6C0908-AD56-4A32-8F53-F0C0A45ADF91}" presName="hierChild3" presStyleCnt="0"/>
      <dgm:spPr/>
    </dgm:pt>
  </dgm:ptLst>
  <dgm:cxnLst>
    <dgm:cxn modelId="{7BC81A0F-301C-4919-A0B1-2276B4FF67D6}" type="presOf" srcId="{89439706-4469-4CEA-84C5-5662A610E377}" destId="{C277CD39-86D7-4E33-9CE2-C87724CBBF9D}" srcOrd="0" destOrd="0" presId="urn:microsoft.com/office/officeart/2005/8/layout/hierarchy1"/>
    <dgm:cxn modelId="{27E0A611-4A41-48C7-8E67-093DC6E5627A}" srcId="{D16501C0-2C26-4B43-B750-E3CD574C001C}" destId="{89439706-4469-4CEA-84C5-5662A610E377}" srcOrd="1" destOrd="0" parTransId="{A25E8243-F8B3-4A2E-AE5D-D1564B7FD3AE}" sibTransId="{32965C90-9C73-4EDD-9681-52616C63F0D5}"/>
    <dgm:cxn modelId="{FB3FEC26-8DB0-4216-A973-A2DD8BBFCB0B}" type="presOf" srcId="{3B6C0908-AD56-4A32-8F53-F0C0A45ADF91}" destId="{27DFAE1E-E285-4203-9CE9-823D6625C6E8}" srcOrd="0" destOrd="0" presId="urn:microsoft.com/office/officeart/2005/8/layout/hierarchy1"/>
    <dgm:cxn modelId="{C01A692F-CFFE-4CF6-972B-BFC81B19DE5B}" type="presOf" srcId="{D16501C0-2C26-4B43-B750-E3CD574C001C}" destId="{3FDB3D9A-7DAC-4E29-A116-16B55ACE85D3}" srcOrd="0" destOrd="0" presId="urn:microsoft.com/office/officeart/2005/8/layout/hierarchy1"/>
    <dgm:cxn modelId="{B0F40A56-9668-48BE-BA83-294B5DEE1582}" srcId="{D16501C0-2C26-4B43-B750-E3CD574C001C}" destId="{5F9DBDCF-EBB4-4D69-8044-F20FE3A86160}" srcOrd="0" destOrd="0" parTransId="{F54C0448-557A-4372-B0E4-1BC5580C19B4}" sibTransId="{2C873727-F54F-4EA4-AC80-EBFEC88CE81F}"/>
    <dgm:cxn modelId="{A9CCF1A7-5ABA-4982-9485-5982DD57D121}" type="presOf" srcId="{002FAAC6-8D54-4B7B-823D-B0CF9A7413EA}" destId="{3D083E74-BDFF-47A9-A994-F1AB462B30FB}" srcOrd="0" destOrd="0" presId="urn:microsoft.com/office/officeart/2005/8/layout/hierarchy1"/>
    <dgm:cxn modelId="{ABD514F4-C6FA-4FAB-95B6-6DAE77347F63}" type="presOf" srcId="{5F9DBDCF-EBB4-4D69-8044-F20FE3A86160}" destId="{15DEA8E0-6319-48CF-BB6A-C4A97441B3DA}" srcOrd="0" destOrd="0" presId="urn:microsoft.com/office/officeart/2005/8/layout/hierarchy1"/>
    <dgm:cxn modelId="{33F01EF6-73B6-4CC8-97B1-6852552203FC}" srcId="{89439706-4469-4CEA-84C5-5662A610E377}" destId="{3B6C0908-AD56-4A32-8F53-F0C0A45ADF91}" srcOrd="0" destOrd="0" parTransId="{002FAAC6-8D54-4B7B-823D-B0CF9A7413EA}" sibTransId="{56CF6B57-DAFB-477F-8113-5EEB12B19DD3}"/>
    <dgm:cxn modelId="{7528A474-9F81-48C2-AD72-E2E330E80CB9}" type="presParOf" srcId="{3FDB3D9A-7DAC-4E29-A116-16B55ACE85D3}" destId="{FBC6E3DB-A1AC-44A5-B822-9562AEE9DE29}" srcOrd="0" destOrd="0" presId="urn:microsoft.com/office/officeart/2005/8/layout/hierarchy1"/>
    <dgm:cxn modelId="{3325F977-9D8C-4214-B224-A7BAC0F4B41D}" type="presParOf" srcId="{FBC6E3DB-A1AC-44A5-B822-9562AEE9DE29}" destId="{569EEC9E-6FE0-41AB-888D-9CD94C46D3F0}" srcOrd="0" destOrd="0" presId="urn:microsoft.com/office/officeart/2005/8/layout/hierarchy1"/>
    <dgm:cxn modelId="{23C3D65D-4E26-4FD4-82CC-8CC514B0F51C}" type="presParOf" srcId="{569EEC9E-6FE0-41AB-888D-9CD94C46D3F0}" destId="{3D0EDFB7-9D4B-4A1D-B779-F34130ABC48F}" srcOrd="0" destOrd="0" presId="urn:microsoft.com/office/officeart/2005/8/layout/hierarchy1"/>
    <dgm:cxn modelId="{B88E5520-1AFE-4688-946D-186CB874D9CA}" type="presParOf" srcId="{569EEC9E-6FE0-41AB-888D-9CD94C46D3F0}" destId="{15DEA8E0-6319-48CF-BB6A-C4A97441B3DA}" srcOrd="1" destOrd="0" presId="urn:microsoft.com/office/officeart/2005/8/layout/hierarchy1"/>
    <dgm:cxn modelId="{EB14B91A-2E99-4760-B908-A08F6EF0B8E2}" type="presParOf" srcId="{FBC6E3DB-A1AC-44A5-B822-9562AEE9DE29}" destId="{41922A2C-BC2F-46F9-BDA7-C2577C8FEF19}" srcOrd="1" destOrd="0" presId="urn:microsoft.com/office/officeart/2005/8/layout/hierarchy1"/>
    <dgm:cxn modelId="{6B5A56D2-5B7F-480F-A568-EF8A1E55F311}" type="presParOf" srcId="{3FDB3D9A-7DAC-4E29-A116-16B55ACE85D3}" destId="{699F4DB9-01CE-4FE3-9399-8710B074EE67}" srcOrd="1" destOrd="0" presId="urn:microsoft.com/office/officeart/2005/8/layout/hierarchy1"/>
    <dgm:cxn modelId="{9B7239F7-3ECB-4A0C-95AE-2AFB8F24CE6C}" type="presParOf" srcId="{699F4DB9-01CE-4FE3-9399-8710B074EE67}" destId="{506B4FBB-5943-403D-9AD1-0172C971F36A}" srcOrd="0" destOrd="0" presId="urn:microsoft.com/office/officeart/2005/8/layout/hierarchy1"/>
    <dgm:cxn modelId="{B5A04C17-26FE-4936-990A-4AB5D0C169F3}" type="presParOf" srcId="{506B4FBB-5943-403D-9AD1-0172C971F36A}" destId="{00D2B595-1194-44BD-9E61-7D1572E2961D}" srcOrd="0" destOrd="0" presId="urn:microsoft.com/office/officeart/2005/8/layout/hierarchy1"/>
    <dgm:cxn modelId="{DB029D37-3F9C-49A0-B3BE-3303E430A9D9}" type="presParOf" srcId="{506B4FBB-5943-403D-9AD1-0172C971F36A}" destId="{C277CD39-86D7-4E33-9CE2-C87724CBBF9D}" srcOrd="1" destOrd="0" presId="urn:microsoft.com/office/officeart/2005/8/layout/hierarchy1"/>
    <dgm:cxn modelId="{BC646401-0143-4566-B4AD-4119D00E1209}" type="presParOf" srcId="{699F4DB9-01CE-4FE3-9399-8710B074EE67}" destId="{05D2FD79-A112-4F7D-ABC6-50C0A3C1A934}" srcOrd="1" destOrd="0" presId="urn:microsoft.com/office/officeart/2005/8/layout/hierarchy1"/>
    <dgm:cxn modelId="{CC5A246B-862C-42AA-B153-D37D928D79DA}" type="presParOf" srcId="{05D2FD79-A112-4F7D-ABC6-50C0A3C1A934}" destId="{3D083E74-BDFF-47A9-A994-F1AB462B30FB}" srcOrd="0" destOrd="0" presId="urn:microsoft.com/office/officeart/2005/8/layout/hierarchy1"/>
    <dgm:cxn modelId="{851D984C-D898-49A2-8920-834DA02742B3}" type="presParOf" srcId="{05D2FD79-A112-4F7D-ABC6-50C0A3C1A934}" destId="{0E0119AA-670B-43C6-93D0-28875F3A2B0E}" srcOrd="1" destOrd="0" presId="urn:microsoft.com/office/officeart/2005/8/layout/hierarchy1"/>
    <dgm:cxn modelId="{D29131F8-51C7-4DB7-878B-46C5A35F4E74}" type="presParOf" srcId="{0E0119AA-670B-43C6-93D0-28875F3A2B0E}" destId="{17B74E33-FAB4-4FC3-A3DF-10974673AFFF}" srcOrd="0" destOrd="0" presId="urn:microsoft.com/office/officeart/2005/8/layout/hierarchy1"/>
    <dgm:cxn modelId="{26EF35E0-D956-49CB-ACD8-36416F48A323}" type="presParOf" srcId="{17B74E33-FAB4-4FC3-A3DF-10974673AFFF}" destId="{27DA2194-A064-412F-AE85-CAF8D4DCEC6C}" srcOrd="0" destOrd="0" presId="urn:microsoft.com/office/officeart/2005/8/layout/hierarchy1"/>
    <dgm:cxn modelId="{00295DF7-812E-40AC-9DCE-2A04425F94C1}" type="presParOf" srcId="{17B74E33-FAB4-4FC3-A3DF-10974673AFFF}" destId="{27DFAE1E-E285-4203-9CE9-823D6625C6E8}" srcOrd="1" destOrd="0" presId="urn:microsoft.com/office/officeart/2005/8/layout/hierarchy1"/>
    <dgm:cxn modelId="{1FD10E17-687F-480B-A0EF-E8CE34DA5B25}" type="presParOf" srcId="{0E0119AA-670B-43C6-93D0-28875F3A2B0E}" destId="{54C7AD79-1B59-4618-9E28-4910FE5118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490061-B4B8-4029-8F3C-5E0FA0DAFDA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073BFA-F16D-4825-8368-A45BAEA1113D}">
      <dgm:prSet/>
      <dgm:spPr/>
      <dgm:t>
        <a:bodyPr/>
        <a:lstStyle/>
        <a:p>
          <a:r>
            <a:rPr lang="en-US"/>
            <a:t>Save staged changes to history</a:t>
          </a:r>
        </a:p>
      </dgm:t>
    </dgm:pt>
    <dgm:pt modelId="{506E067E-0C7D-4DFF-8F93-894C8DABE63D}" type="parTrans" cxnId="{8EE9AFDA-CC8E-4313-A631-E3CBD957A78C}">
      <dgm:prSet/>
      <dgm:spPr/>
      <dgm:t>
        <a:bodyPr/>
        <a:lstStyle/>
        <a:p>
          <a:endParaRPr lang="en-US"/>
        </a:p>
      </dgm:t>
    </dgm:pt>
    <dgm:pt modelId="{34A7F8CB-A16E-4A56-9FC9-B0F52788F1CA}" type="sibTrans" cxnId="{8EE9AFDA-CC8E-4313-A631-E3CBD957A78C}">
      <dgm:prSet/>
      <dgm:spPr/>
      <dgm:t>
        <a:bodyPr/>
        <a:lstStyle/>
        <a:p>
          <a:endParaRPr lang="en-US"/>
        </a:p>
      </dgm:t>
    </dgm:pt>
    <dgm:pt modelId="{FE4893C2-A182-48A3-A866-D7107A5B7913}">
      <dgm:prSet/>
      <dgm:spPr/>
      <dgm:t>
        <a:bodyPr/>
        <a:lstStyle/>
        <a:p>
          <a:r>
            <a:rPr lang="en-US"/>
            <a:t>Include a message with -m</a:t>
          </a:r>
        </a:p>
      </dgm:t>
    </dgm:pt>
    <dgm:pt modelId="{47F30CB6-D09B-4B0B-B50E-EFA7936093F3}" type="parTrans" cxnId="{116945FD-3869-4125-A102-BA20FEEF18C2}">
      <dgm:prSet/>
      <dgm:spPr/>
      <dgm:t>
        <a:bodyPr/>
        <a:lstStyle/>
        <a:p>
          <a:endParaRPr lang="en-US"/>
        </a:p>
      </dgm:t>
    </dgm:pt>
    <dgm:pt modelId="{12FF861A-FC76-4BF8-AF85-B30569E63B0E}" type="sibTrans" cxnId="{116945FD-3869-4125-A102-BA20FEEF18C2}">
      <dgm:prSet/>
      <dgm:spPr/>
      <dgm:t>
        <a:bodyPr/>
        <a:lstStyle/>
        <a:p>
          <a:endParaRPr lang="en-US"/>
        </a:p>
      </dgm:t>
    </dgm:pt>
    <dgm:pt modelId="{4DE8DE55-60FA-46BA-8C80-21CD9F4D710A}">
      <dgm:prSet/>
      <dgm:spPr/>
      <dgm:t>
        <a:bodyPr/>
        <a:lstStyle/>
        <a:p>
          <a:r>
            <a:rPr lang="en-US" b="1"/>
            <a:t>git commit -m "Initial commit"</a:t>
          </a:r>
          <a:endParaRPr lang="en-US"/>
        </a:p>
      </dgm:t>
    </dgm:pt>
    <dgm:pt modelId="{D8BED7E0-4797-45F1-94DB-781FB2EF52DE}" type="parTrans" cxnId="{04898D13-6A12-4D34-A086-F46B83CDF8FB}">
      <dgm:prSet/>
      <dgm:spPr/>
      <dgm:t>
        <a:bodyPr/>
        <a:lstStyle/>
        <a:p>
          <a:endParaRPr lang="en-US"/>
        </a:p>
      </dgm:t>
    </dgm:pt>
    <dgm:pt modelId="{F943F4E3-B14F-432C-AD14-BF95B2839A6E}" type="sibTrans" cxnId="{04898D13-6A12-4D34-A086-F46B83CDF8FB}">
      <dgm:prSet/>
      <dgm:spPr/>
      <dgm:t>
        <a:bodyPr/>
        <a:lstStyle/>
        <a:p>
          <a:endParaRPr lang="en-US"/>
        </a:p>
      </dgm:t>
    </dgm:pt>
    <dgm:pt modelId="{9D5067CE-9FD6-4408-835D-18F6878A5470}" type="pres">
      <dgm:prSet presAssocID="{E4490061-B4B8-4029-8F3C-5E0FA0DAFD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E22DA8-BBEA-4B38-AC5F-930F54D4F6CE}" type="pres">
      <dgm:prSet presAssocID="{2B073BFA-F16D-4825-8368-A45BAEA1113D}" presName="hierRoot1" presStyleCnt="0"/>
      <dgm:spPr/>
    </dgm:pt>
    <dgm:pt modelId="{55F826AE-4590-4B4E-BC41-55FF19F71782}" type="pres">
      <dgm:prSet presAssocID="{2B073BFA-F16D-4825-8368-A45BAEA1113D}" presName="composite" presStyleCnt="0"/>
      <dgm:spPr/>
    </dgm:pt>
    <dgm:pt modelId="{370A001A-05B4-493C-8243-2C7212F93258}" type="pres">
      <dgm:prSet presAssocID="{2B073BFA-F16D-4825-8368-A45BAEA1113D}" presName="background" presStyleLbl="node0" presStyleIdx="0" presStyleCnt="2"/>
      <dgm:spPr/>
    </dgm:pt>
    <dgm:pt modelId="{429199B3-B74E-4ACF-8E47-16F468BB2923}" type="pres">
      <dgm:prSet presAssocID="{2B073BFA-F16D-4825-8368-A45BAEA1113D}" presName="text" presStyleLbl="fgAcc0" presStyleIdx="0" presStyleCnt="2">
        <dgm:presLayoutVars>
          <dgm:chPref val="3"/>
        </dgm:presLayoutVars>
      </dgm:prSet>
      <dgm:spPr/>
    </dgm:pt>
    <dgm:pt modelId="{468FA252-689E-4DCE-92BC-8A60C4070C06}" type="pres">
      <dgm:prSet presAssocID="{2B073BFA-F16D-4825-8368-A45BAEA1113D}" presName="hierChild2" presStyleCnt="0"/>
      <dgm:spPr/>
    </dgm:pt>
    <dgm:pt modelId="{020B4087-12DB-49E1-971D-518E19FE64F6}" type="pres">
      <dgm:prSet presAssocID="{FE4893C2-A182-48A3-A866-D7107A5B7913}" presName="hierRoot1" presStyleCnt="0"/>
      <dgm:spPr/>
    </dgm:pt>
    <dgm:pt modelId="{FBBA0786-52F6-4CFF-945C-030B88C704DE}" type="pres">
      <dgm:prSet presAssocID="{FE4893C2-A182-48A3-A866-D7107A5B7913}" presName="composite" presStyleCnt="0"/>
      <dgm:spPr/>
    </dgm:pt>
    <dgm:pt modelId="{D5EE3EC4-385F-4308-A7D5-CF82FE7B3027}" type="pres">
      <dgm:prSet presAssocID="{FE4893C2-A182-48A3-A866-D7107A5B7913}" presName="background" presStyleLbl="node0" presStyleIdx="1" presStyleCnt="2"/>
      <dgm:spPr/>
    </dgm:pt>
    <dgm:pt modelId="{40BACF0D-05C4-43E9-BDE8-7A8FEBD89FF0}" type="pres">
      <dgm:prSet presAssocID="{FE4893C2-A182-48A3-A866-D7107A5B7913}" presName="text" presStyleLbl="fgAcc0" presStyleIdx="1" presStyleCnt="2">
        <dgm:presLayoutVars>
          <dgm:chPref val="3"/>
        </dgm:presLayoutVars>
      </dgm:prSet>
      <dgm:spPr/>
    </dgm:pt>
    <dgm:pt modelId="{22747D2C-0DD4-4BEF-AECA-6D8455C30F27}" type="pres">
      <dgm:prSet presAssocID="{FE4893C2-A182-48A3-A866-D7107A5B7913}" presName="hierChild2" presStyleCnt="0"/>
      <dgm:spPr/>
    </dgm:pt>
    <dgm:pt modelId="{7F01C255-8B26-433C-98C0-A4CF406DF84B}" type="pres">
      <dgm:prSet presAssocID="{D8BED7E0-4797-45F1-94DB-781FB2EF52DE}" presName="Name10" presStyleLbl="parChTrans1D2" presStyleIdx="0" presStyleCnt="1"/>
      <dgm:spPr/>
    </dgm:pt>
    <dgm:pt modelId="{9E4BF835-A6F2-459D-8431-3EBBE6FA2E8F}" type="pres">
      <dgm:prSet presAssocID="{4DE8DE55-60FA-46BA-8C80-21CD9F4D710A}" presName="hierRoot2" presStyleCnt="0"/>
      <dgm:spPr/>
    </dgm:pt>
    <dgm:pt modelId="{B46A89C7-9A37-4A05-8291-DD7E41F99F23}" type="pres">
      <dgm:prSet presAssocID="{4DE8DE55-60FA-46BA-8C80-21CD9F4D710A}" presName="composite2" presStyleCnt="0"/>
      <dgm:spPr/>
    </dgm:pt>
    <dgm:pt modelId="{F7F71AC8-B54F-4EAB-B0FE-11323A4727E8}" type="pres">
      <dgm:prSet presAssocID="{4DE8DE55-60FA-46BA-8C80-21CD9F4D710A}" presName="background2" presStyleLbl="node2" presStyleIdx="0" presStyleCnt="1"/>
      <dgm:spPr/>
    </dgm:pt>
    <dgm:pt modelId="{82D31794-0A3A-47FE-A770-018FDBC85983}" type="pres">
      <dgm:prSet presAssocID="{4DE8DE55-60FA-46BA-8C80-21CD9F4D710A}" presName="text2" presStyleLbl="fgAcc2" presStyleIdx="0" presStyleCnt="1">
        <dgm:presLayoutVars>
          <dgm:chPref val="3"/>
        </dgm:presLayoutVars>
      </dgm:prSet>
      <dgm:spPr/>
    </dgm:pt>
    <dgm:pt modelId="{8783DB60-9FCC-4679-82F2-DF73F3329D8C}" type="pres">
      <dgm:prSet presAssocID="{4DE8DE55-60FA-46BA-8C80-21CD9F4D710A}" presName="hierChild3" presStyleCnt="0"/>
      <dgm:spPr/>
    </dgm:pt>
  </dgm:ptLst>
  <dgm:cxnLst>
    <dgm:cxn modelId="{6377C312-96B8-4323-BEEB-AEB76B8B8111}" type="presOf" srcId="{D8BED7E0-4797-45F1-94DB-781FB2EF52DE}" destId="{7F01C255-8B26-433C-98C0-A4CF406DF84B}" srcOrd="0" destOrd="0" presId="urn:microsoft.com/office/officeart/2005/8/layout/hierarchy1"/>
    <dgm:cxn modelId="{04898D13-6A12-4D34-A086-F46B83CDF8FB}" srcId="{FE4893C2-A182-48A3-A866-D7107A5B7913}" destId="{4DE8DE55-60FA-46BA-8C80-21CD9F4D710A}" srcOrd="0" destOrd="0" parTransId="{D8BED7E0-4797-45F1-94DB-781FB2EF52DE}" sibTransId="{F943F4E3-B14F-432C-AD14-BF95B2839A6E}"/>
    <dgm:cxn modelId="{501FB93A-CE6E-4108-964E-C5DC8A38D4E1}" type="presOf" srcId="{E4490061-B4B8-4029-8F3C-5E0FA0DAFDA0}" destId="{9D5067CE-9FD6-4408-835D-18F6878A5470}" srcOrd="0" destOrd="0" presId="urn:microsoft.com/office/officeart/2005/8/layout/hierarchy1"/>
    <dgm:cxn modelId="{23292343-6D3D-4A27-B3EE-7F0A65324F59}" type="presOf" srcId="{4DE8DE55-60FA-46BA-8C80-21CD9F4D710A}" destId="{82D31794-0A3A-47FE-A770-018FDBC85983}" srcOrd="0" destOrd="0" presId="urn:microsoft.com/office/officeart/2005/8/layout/hierarchy1"/>
    <dgm:cxn modelId="{4C5BC553-1658-415A-AA95-0C1C94A4351D}" type="presOf" srcId="{2B073BFA-F16D-4825-8368-A45BAEA1113D}" destId="{429199B3-B74E-4ACF-8E47-16F468BB2923}" srcOrd="0" destOrd="0" presId="urn:microsoft.com/office/officeart/2005/8/layout/hierarchy1"/>
    <dgm:cxn modelId="{F9FCBD9B-83AF-44D4-8186-D68639D87D58}" type="presOf" srcId="{FE4893C2-A182-48A3-A866-D7107A5B7913}" destId="{40BACF0D-05C4-43E9-BDE8-7A8FEBD89FF0}" srcOrd="0" destOrd="0" presId="urn:microsoft.com/office/officeart/2005/8/layout/hierarchy1"/>
    <dgm:cxn modelId="{8EE9AFDA-CC8E-4313-A631-E3CBD957A78C}" srcId="{E4490061-B4B8-4029-8F3C-5E0FA0DAFDA0}" destId="{2B073BFA-F16D-4825-8368-A45BAEA1113D}" srcOrd="0" destOrd="0" parTransId="{506E067E-0C7D-4DFF-8F93-894C8DABE63D}" sibTransId="{34A7F8CB-A16E-4A56-9FC9-B0F52788F1CA}"/>
    <dgm:cxn modelId="{116945FD-3869-4125-A102-BA20FEEF18C2}" srcId="{E4490061-B4B8-4029-8F3C-5E0FA0DAFDA0}" destId="{FE4893C2-A182-48A3-A866-D7107A5B7913}" srcOrd="1" destOrd="0" parTransId="{47F30CB6-D09B-4B0B-B50E-EFA7936093F3}" sibTransId="{12FF861A-FC76-4BF8-AF85-B30569E63B0E}"/>
    <dgm:cxn modelId="{67D4B03C-A725-49D3-B2B0-FECD377A6181}" type="presParOf" srcId="{9D5067CE-9FD6-4408-835D-18F6878A5470}" destId="{05E22DA8-BBEA-4B38-AC5F-930F54D4F6CE}" srcOrd="0" destOrd="0" presId="urn:microsoft.com/office/officeart/2005/8/layout/hierarchy1"/>
    <dgm:cxn modelId="{55A57FCC-236B-41A0-BB9A-A715AC04E139}" type="presParOf" srcId="{05E22DA8-BBEA-4B38-AC5F-930F54D4F6CE}" destId="{55F826AE-4590-4B4E-BC41-55FF19F71782}" srcOrd="0" destOrd="0" presId="urn:microsoft.com/office/officeart/2005/8/layout/hierarchy1"/>
    <dgm:cxn modelId="{13DB00CF-4889-4C56-B39D-D4E5C41CC22F}" type="presParOf" srcId="{55F826AE-4590-4B4E-BC41-55FF19F71782}" destId="{370A001A-05B4-493C-8243-2C7212F93258}" srcOrd="0" destOrd="0" presId="urn:microsoft.com/office/officeart/2005/8/layout/hierarchy1"/>
    <dgm:cxn modelId="{71290E46-82BD-45D5-8114-0B80A2FDF0E3}" type="presParOf" srcId="{55F826AE-4590-4B4E-BC41-55FF19F71782}" destId="{429199B3-B74E-4ACF-8E47-16F468BB2923}" srcOrd="1" destOrd="0" presId="urn:microsoft.com/office/officeart/2005/8/layout/hierarchy1"/>
    <dgm:cxn modelId="{EAF901DE-763B-475E-9272-22857D926F10}" type="presParOf" srcId="{05E22DA8-BBEA-4B38-AC5F-930F54D4F6CE}" destId="{468FA252-689E-4DCE-92BC-8A60C4070C06}" srcOrd="1" destOrd="0" presId="urn:microsoft.com/office/officeart/2005/8/layout/hierarchy1"/>
    <dgm:cxn modelId="{84118279-32EB-4146-B0EB-022465D51B93}" type="presParOf" srcId="{9D5067CE-9FD6-4408-835D-18F6878A5470}" destId="{020B4087-12DB-49E1-971D-518E19FE64F6}" srcOrd="1" destOrd="0" presId="urn:microsoft.com/office/officeart/2005/8/layout/hierarchy1"/>
    <dgm:cxn modelId="{16FA8C25-C1CC-4EDE-AFC9-76AD256FA6B2}" type="presParOf" srcId="{020B4087-12DB-49E1-971D-518E19FE64F6}" destId="{FBBA0786-52F6-4CFF-945C-030B88C704DE}" srcOrd="0" destOrd="0" presId="urn:microsoft.com/office/officeart/2005/8/layout/hierarchy1"/>
    <dgm:cxn modelId="{4D18532B-B83D-4365-8A22-0EE2EA9A0EEB}" type="presParOf" srcId="{FBBA0786-52F6-4CFF-945C-030B88C704DE}" destId="{D5EE3EC4-385F-4308-A7D5-CF82FE7B3027}" srcOrd="0" destOrd="0" presId="urn:microsoft.com/office/officeart/2005/8/layout/hierarchy1"/>
    <dgm:cxn modelId="{76DABBDE-FC76-43D8-9C65-3C216F52B810}" type="presParOf" srcId="{FBBA0786-52F6-4CFF-945C-030B88C704DE}" destId="{40BACF0D-05C4-43E9-BDE8-7A8FEBD89FF0}" srcOrd="1" destOrd="0" presId="urn:microsoft.com/office/officeart/2005/8/layout/hierarchy1"/>
    <dgm:cxn modelId="{3D23268D-61D5-4A90-89F9-93A36EDD915E}" type="presParOf" srcId="{020B4087-12DB-49E1-971D-518E19FE64F6}" destId="{22747D2C-0DD4-4BEF-AECA-6D8455C30F27}" srcOrd="1" destOrd="0" presId="urn:microsoft.com/office/officeart/2005/8/layout/hierarchy1"/>
    <dgm:cxn modelId="{95CDA426-0886-4C16-8040-AAD2002CE203}" type="presParOf" srcId="{22747D2C-0DD4-4BEF-AECA-6D8455C30F27}" destId="{7F01C255-8B26-433C-98C0-A4CF406DF84B}" srcOrd="0" destOrd="0" presId="urn:microsoft.com/office/officeart/2005/8/layout/hierarchy1"/>
    <dgm:cxn modelId="{0DCFC908-2A88-4CF4-80A9-C01639F158FF}" type="presParOf" srcId="{22747D2C-0DD4-4BEF-AECA-6D8455C30F27}" destId="{9E4BF835-A6F2-459D-8431-3EBBE6FA2E8F}" srcOrd="1" destOrd="0" presId="urn:microsoft.com/office/officeart/2005/8/layout/hierarchy1"/>
    <dgm:cxn modelId="{85A25102-0060-4CE3-A062-3DA80F0D8FE9}" type="presParOf" srcId="{9E4BF835-A6F2-459D-8431-3EBBE6FA2E8F}" destId="{B46A89C7-9A37-4A05-8291-DD7E41F99F23}" srcOrd="0" destOrd="0" presId="urn:microsoft.com/office/officeart/2005/8/layout/hierarchy1"/>
    <dgm:cxn modelId="{94288FB0-DA86-44E5-B6A8-DCFCB6A3A58A}" type="presParOf" srcId="{B46A89C7-9A37-4A05-8291-DD7E41F99F23}" destId="{F7F71AC8-B54F-4EAB-B0FE-11323A4727E8}" srcOrd="0" destOrd="0" presId="urn:microsoft.com/office/officeart/2005/8/layout/hierarchy1"/>
    <dgm:cxn modelId="{505C5001-23FD-49F1-A376-A970F8B076A1}" type="presParOf" srcId="{B46A89C7-9A37-4A05-8291-DD7E41F99F23}" destId="{82D31794-0A3A-47FE-A770-018FDBC85983}" srcOrd="1" destOrd="0" presId="urn:microsoft.com/office/officeart/2005/8/layout/hierarchy1"/>
    <dgm:cxn modelId="{F7059980-6749-4EAE-9683-8466CBBACFA6}" type="presParOf" srcId="{9E4BF835-A6F2-459D-8431-3EBBE6FA2E8F}" destId="{8783DB60-9FCC-4679-82F2-DF73F3329D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83E74-BDFF-47A9-A994-F1AB462B30FB}">
      <dsp:nvSpPr>
        <dsp:cNvPr id="0" name=""/>
        <dsp:cNvSpPr/>
      </dsp:nvSpPr>
      <dsp:spPr>
        <a:xfrm>
          <a:off x="3077270" y="2101288"/>
          <a:ext cx="91440" cy="5272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29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EDFB7-9D4B-4A1D-B779-F34130ABC48F}">
      <dsp:nvSpPr>
        <dsp:cNvPr id="0" name=""/>
        <dsp:cNvSpPr/>
      </dsp:nvSpPr>
      <dsp:spPr>
        <a:xfrm>
          <a:off x="516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EA8E0-6319-48CF-BB6A-C4A97441B3DA}">
      <dsp:nvSpPr>
        <dsp:cNvPr id="0" name=""/>
        <dsp:cNvSpPr/>
      </dsp:nvSpPr>
      <dsp:spPr>
        <a:xfrm>
          <a:off x="201966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Start tracking a project with Git</a:t>
          </a:r>
        </a:p>
      </dsp:txBody>
      <dsp:txXfrm>
        <a:off x="235686" y="1175099"/>
        <a:ext cx="1745609" cy="1083846"/>
      </dsp:txXfrm>
    </dsp:sp>
    <dsp:sp modelId="{00D2B595-1194-44BD-9E61-7D1572E2961D}">
      <dsp:nvSpPr>
        <dsp:cNvPr id="0" name=""/>
        <dsp:cNvSpPr/>
      </dsp:nvSpPr>
      <dsp:spPr>
        <a:xfrm>
          <a:off x="2216465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7CD39-86D7-4E33-9CE2-C87724CBBF9D}">
      <dsp:nvSpPr>
        <dsp:cNvPr id="0" name=""/>
        <dsp:cNvSpPr/>
      </dsp:nvSpPr>
      <dsp:spPr>
        <a:xfrm>
          <a:off x="2417915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Creates a new .git directory</a:t>
          </a:r>
        </a:p>
      </dsp:txBody>
      <dsp:txXfrm>
        <a:off x="2451635" y="1175099"/>
        <a:ext cx="1745609" cy="1083846"/>
      </dsp:txXfrm>
    </dsp:sp>
    <dsp:sp modelId="{27DA2194-A064-412F-AE85-CAF8D4DCEC6C}">
      <dsp:nvSpPr>
        <dsp:cNvPr id="0" name=""/>
        <dsp:cNvSpPr/>
      </dsp:nvSpPr>
      <dsp:spPr>
        <a:xfrm>
          <a:off x="2216465" y="2628583"/>
          <a:ext cx="1813049" cy="115128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FAE1E-E285-4203-9CE9-823D6625C6E8}">
      <dsp:nvSpPr>
        <dsp:cNvPr id="0" name=""/>
        <dsp:cNvSpPr/>
      </dsp:nvSpPr>
      <dsp:spPr>
        <a:xfrm>
          <a:off x="2417915" y="2819961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git </a:t>
          </a:r>
          <a:r>
            <a:rPr lang="en-US" sz="2200" b="1" kern="1200" dirty="0" err="1"/>
            <a:t>init</a:t>
          </a:r>
          <a:endParaRPr lang="en-US" sz="2200" kern="1200" dirty="0"/>
        </a:p>
      </dsp:txBody>
      <dsp:txXfrm>
        <a:off x="2451635" y="2853681"/>
        <a:ext cx="1745609" cy="1083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83E74-BDFF-47A9-A994-F1AB462B30FB}">
      <dsp:nvSpPr>
        <dsp:cNvPr id="0" name=""/>
        <dsp:cNvSpPr/>
      </dsp:nvSpPr>
      <dsp:spPr>
        <a:xfrm>
          <a:off x="3077270" y="2101288"/>
          <a:ext cx="91440" cy="5272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29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EDFB7-9D4B-4A1D-B779-F34130ABC48F}">
      <dsp:nvSpPr>
        <dsp:cNvPr id="0" name=""/>
        <dsp:cNvSpPr/>
      </dsp:nvSpPr>
      <dsp:spPr>
        <a:xfrm>
          <a:off x="516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EA8E0-6319-48CF-BB6A-C4A97441B3DA}">
      <dsp:nvSpPr>
        <dsp:cNvPr id="0" name=""/>
        <dsp:cNvSpPr/>
      </dsp:nvSpPr>
      <dsp:spPr>
        <a:xfrm>
          <a:off x="201966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Prepare files to be committed</a:t>
          </a:r>
        </a:p>
      </dsp:txBody>
      <dsp:txXfrm>
        <a:off x="235686" y="1175099"/>
        <a:ext cx="1745609" cy="1083846"/>
      </dsp:txXfrm>
    </dsp:sp>
    <dsp:sp modelId="{00D2B595-1194-44BD-9E61-7D1572E2961D}">
      <dsp:nvSpPr>
        <dsp:cNvPr id="0" name=""/>
        <dsp:cNvSpPr/>
      </dsp:nvSpPr>
      <dsp:spPr>
        <a:xfrm>
          <a:off x="2216465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7CD39-86D7-4E33-9CE2-C87724CBBF9D}">
      <dsp:nvSpPr>
        <dsp:cNvPr id="0" name=""/>
        <dsp:cNvSpPr/>
      </dsp:nvSpPr>
      <dsp:spPr>
        <a:xfrm>
          <a:off x="2417915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 '.' to stage all changes</a:t>
          </a:r>
        </a:p>
      </dsp:txBody>
      <dsp:txXfrm>
        <a:off x="2451635" y="1175099"/>
        <a:ext cx="1745609" cy="1083846"/>
      </dsp:txXfrm>
    </dsp:sp>
    <dsp:sp modelId="{27DA2194-A064-412F-AE85-CAF8D4DCEC6C}">
      <dsp:nvSpPr>
        <dsp:cNvPr id="0" name=""/>
        <dsp:cNvSpPr/>
      </dsp:nvSpPr>
      <dsp:spPr>
        <a:xfrm>
          <a:off x="2216465" y="2628583"/>
          <a:ext cx="1813049" cy="115128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FAE1E-E285-4203-9CE9-823D6625C6E8}">
      <dsp:nvSpPr>
        <dsp:cNvPr id="0" name=""/>
        <dsp:cNvSpPr/>
      </dsp:nvSpPr>
      <dsp:spPr>
        <a:xfrm>
          <a:off x="2417915" y="2819961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git add .</a:t>
          </a:r>
          <a:endParaRPr lang="en-US" sz="2400" kern="1200" dirty="0"/>
        </a:p>
      </dsp:txBody>
      <dsp:txXfrm>
        <a:off x="2451635" y="2853681"/>
        <a:ext cx="1745609" cy="10838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83E74-BDFF-47A9-A994-F1AB462B30FB}">
      <dsp:nvSpPr>
        <dsp:cNvPr id="0" name=""/>
        <dsp:cNvSpPr/>
      </dsp:nvSpPr>
      <dsp:spPr>
        <a:xfrm>
          <a:off x="3077270" y="2101288"/>
          <a:ext cx="91440" cy="5272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295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EDFB7-9D4B-4A1D-B779-F34130ABC48F}">
      <dsp:nvSpPr>
        <dsp:cNvPr id="0" name=""/>
        <dsp:cNvSpPr/>
      </dsp:nvSpPr>
      <dsp:spPr>
        <a:xfrm>
          <a:off x="516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EA8E0-6319-48CF-BB6A-C4A97441B3DA}">
      <dsp:nvSpPr>
        <dsp:cNvPr id="0" name=""/>
        <dsp:cNvSpPr/>
      </dsp:nvSpPr>
      <dsp:spPr>
        <a:xfrm>
          <a:off x="201966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View current branch</a:t>
          </a:r>
        </a:p>
      </dsp:txBody>
      <dsp:txXfrm>
        <a:off x="235686" y="1175099"/>
        <a:ext cx="1745609" cy="1083846"/>
      </dsp:txXfrm>
    </dsp:sp>
    <dsp:sp modelId="{00D2B595-1194-44BD-9E61-7D1572E2961D}">
      <dsp:nvSpPr>
        <dsp:cNvPr id="0" name=""/>
        <dsp:cNvSpPr/>
      </dsp:nvSpPr>
      <dsp:spPr>
        <a:xfrm>
          <a:off x="2216465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7CD39-86D7-4E33-9CE2-C87724CBBF9D}">
      <dsp:nvSpPr>
        <dsp:cNvPr id="0" name=""/>
        <dsp:cNvSpPr/>
      </dsp:nvSpPr>
      <dsp:spPr>
        <a:xfrm>
          <a:off x="2417915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See staged and unstaged changes</a:t>
          </a:r>
        </a:p>
      </dsp:txBody>
      <dsp:txXfrm>
        <a:off x="2451635" y="1175099"/>
        <a:ext cx="1745609" cy="1083846"/>
      </dsp:txXfrm>
    </dsp:sp>
    <dsp:sp modelId="{27DA2194-A064-412F-AE85-CAF8D4DCEC6C}">
      <dsp:nvSpPr>
        <dsp:cNvPr id="0" name=""/>
        <dsp:cNvSpPr/>
      </dsp:nvSpPr>
      <dsp:spPr>
        <a:xfrm>
          <a:off x="2216465" y="2628583"/>
          <a:ext cx="1813049" cy="115128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FAE1E-E285-4203-9CE9-823D6625C6E8}">
      <dsp:nvSpPr>
        <dsp:cNvPr id="0" name=""/>
        <dsp:cNvSpPr/>
      </dsp:nvSpPr>
      <dsp:spPr>
        <a:xfrm>
          <a:off x="2417915" y="2819961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git status</a:t>
          </a:r>
          <a:endParaRPr lang="en-US" sz="2200" kern="1200"/>
        </a:p>
      </dsp:txBody>
      <dsp:txXfrm>
        <a:off x="2451635" y="2853681"/>
        <a:ext cx="1745609" cy="10838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1C255-8B26-433C-98C0-A4CF406DF84B}">
      <dsp:nvSpPr>
        <dsp:cNvPr id="0" name=""/>
        <dsp:cNvSpPr/>
      </dsp:nvSpPr>
      <dsp:spPr>
        <a:xfrm>
          <a:off x="3077270" y="2101288"/>
          <a:ext cx="91440" cy="5272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295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A001A-05B4-493C-8243-2C7212F93258}">
      <dsp:nvSpPr>
        <dsp:cNvPr id="0" name=""/>
        <dsp:cNvSpPr/>
      </dsp:nvSpPr>
      <dsp:spPr>
        <a:xfrm>
          <a:off x="516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199B3-B74E-4ACF-8E47-16F468BB2923}">
      <dsp:nvSpPr>
        <dsp:cNvPr id="0" name=""/>
        <dsp:cNvSpPr/>
      </dsp:nvSpPr>
      <dsp:spPr>
        <a:xfrm>
          <a:off x="201966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Save staged changes to history</a:t>
          </a:r>
        </a:p>
      </dsp:txBody>
      <dsp:txXfrm>
        <a:off x="235686" y="1175099"/>
        <a:ext cx="1745609" cy="1083846"/>
      </dsp:txXfrm>
    </dsp:sp>
    <dsp:sp modelId="{D5EE3EC4-385F-4308-A7D5-CF82FE7B3027}">
      <dsp:nvSpPr>
        <dsp:cNvPr id="0" name=""/>
        <dsp:cNvSpPr/>
      </dsp:nvSpPr>
      <dsp:spPr>
        <a:xfrm>
          <a:off x="2216465" y="950002"/>
          <a:ext cx="1813049" cy="1151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ACF0D-05C4-43E9-BDE8-7A8FEBD89FF0}">
      <dsp:nvSpPr>
        <dsp:cNvPr id="0" name=""/>
        <dsp:cNvSpPr/>
      </dsp:nvSpPr>
      <dsp:spPr>
        <a:xfrm>
          <a:off x="2417915" y="1141379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Include a message with -m</a:t>
          </a:r>
        </a:p>
      </dsp:txBody>
      <dsp:txXfrm>
        <a:off x="2451635" y="1175099"/>
        <a:ext cx="1745609" cy="1083846"/>
      </dsp:txXfrm>
    </dsp:sp>
    <dsp:sp modelId="{F7F71AC8-B54F-4EAB-B0FE-11323A4727E8}">
      <dsp:nvSpPr>
        <dsp:cNvPr id="0" name=""/>
        <dsp:cNvSpPr/>
      </dsp:nvSpPr>
      <dsp:spPr>
        <a:xfrm>
          <a:off x="2216465" y="2628583"/>
          <a:ext cx="1813049" cy="11512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31794-0A3A-47FE-A770-018FDBC85983}">
      <dsp:nvSpPr>
        <dsp:cNvPr id="0" name=""/>
        <dsp:cNvSpPr/>
      </dsp:nvSpPr>
      <dsp:spPr>
        <a:xfrm>
          <a:off x="2417915" y="2819961"/>
          <a:ext cx="1813049" cy="1151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git commit -m "Initial commit"</a:t>
          </a:r>
          <a:endParaRPr lang="en-US" sz="2400" kern="1200"/>
        </a:p>
      </dsp:txBody>
      <dsp:txXfrm>
        <a:off x="2451635" y="2853681"/>
        <a:ext cx="1745609" cy="1083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66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81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0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1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08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4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3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69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83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tlassian.com/git" TargetMode="External"/><Relationship Id="rId4" Type="http://schemas.openxmlformats.org/officeDocument/2006/relationships/hyperlink" Target="https://lab.githu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br>
              <a:rPr lang="en-US" sz="4700" dirty="0"/>
            </a:br>
            <a:r>
              <a:rPr lang="en-US" sz="4700" dirty="0"/>
              <a:t>Git Essential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/>
          </a:bodyPr>
          <a:lstStyle/>
          <a:p>
            <a:pPr algn="r"/>
            <a:r>
              <a:rPr lang="en-US" sz="1700" dirty="0"/>
              <a:t>A Beginner’s Guide to Version Control with Git</a:t>
            </a:r>
          </a:p>
          <a:p>
            <a:pPr algn="r"/>
            <a:r>
              <a:rPr lang="en-US" sz="1700" dirty="0"/>
              <a:t>Presented by: [Your Name]</a:t>
            </a:r>
          </a:p>
          <a:p>
            <a:pPr algn="r"/>
            <a:r>
              <a:rPr lang="en-US" sz="17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Initializing a Git Repository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0FBB5F9F-88E0-845B-E9F9-B668ED448C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515220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527BB-8FD4-3531-C2F4-7124C13E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A7509-98BA-39A3-4A44-41A3F7C2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Staging Files for Commit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5F2052C-A106-C508-BF13-2F7492DBD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33795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0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Checking Status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34C734-5469-1D28-647E-57D4804CA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10382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Committing Changes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9F314C-89F5-AB22-C978-D250919EA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33435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Viewing Commit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See list of previous commits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Viewing Changes in Commits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See diffs for each commit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log -p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Comparing Working Directory and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Shows </a:t>
            </a:r>
            <a:r>
              <a:rPr sz="2400" dirty="0" err="1"/>
              <a:t>unstaged</a:t>
            </a:r>
            <a:r>
              <a:rPr sz="2400" dirty="0"/>
              <a:t> changes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diff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Interactive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Stage changes in parts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add -p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Removing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Delete and stage file removal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rm filename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Renaming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Move or rename files in Git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mv old.txt new.txt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Ignoring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Prevent files from being tracked</a:t>
            </a:r>
          </a:p>
          <a:p>
            <a:r>
              <a:rPr sz="2400" dirty="0"/>
              <a:t>Use .</a:t>
            </a:r>
            <a:r>
              <a:rPr sz="2400" dirty="0" err="1"/>
              <a:t>gitignore</a:t>
            </a:r>
            <a:r>
              <a:rPr sz="2400" dirty="0"/>
              <a:t> file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.</a:t>
            </a:r>
            <a:r>
              <a:rPr sz="2400" dirty="0" err="1"/>
              <a:t>gitignore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Undoing Unstaged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Revert file to last committed state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checkout filename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Unstaging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Keep changes but remove from staging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reset HEAD filename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Amending Last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Modify last commit message or content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commit --amend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Creating and Switching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Create: git branch new-feature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Switch: git checkout new-feature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Merging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Combine changes from another branch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merge </a:t>
            </a:r>
            <a:r>
              <a:rPr sz="2400" dirty="0" err="1"/>
              <a:t>branch_name</a:t>
            </a: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Adding a Remote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Link local repo to remote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remote add origin &lt;</a:t>
            </a:r>
            <a:r>
              <a:rPr sz="2400" dirty="0" err="1"/>
              <a:t>url</a:t>
            </a:r>
            <a:r>
              <a:rPr sz="2400" dirty="0"/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Pushing to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Upload local commits to remote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push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Fetching from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sz="2400" dirty="0"/>
              <a:t>Download changes without merging</a:t>
            </a:r>
          </a:p>
          <a:p>
            <a:pPr lvl="1">
              <a:defRPr sz="1400" b="1">
                <a:solidFill>
                  <a:srgbClr val="000080"/>
                </a:solidFill>
                <a:latin typeface="Courier New"/>
              </a:defRPr>
            </a:pPr>
            <a:r>
              <a:rPr sz="2400" dirty="0"/>
              <a:t>git fetch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Git tracks changes in your codebase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'add', 'commit', and 'push' to manage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Branches help manage features and versions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Remotes connect your local repo to GitHub or others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Further Reading /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Pro Git Book: </a:t>
            </a:r>
            <a:r>
              <a:rPr sz="2400" dirty="0">
                <a:hlinkClick r:id="rId2"/>
              </a:rPr>
              <a:t>https://git-scm.com/book/en/v2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Git Documentation: </a:t>
            </a:r>
            <a:r>
              <a:rPr sz="2400" dirty="0">
                <a:hlinkClick r:id="rId3"/>
              </a:rPr>
              <a:t>https://git-scm.com/docs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GitHub Learning Lab: </a:t>
            </a:r>
            <a:r>
              <a:rPr sz="2400" dirty="0">
                <a:hlinkClick r:id="rId4"/>
              </a:rPr>
              <a:t>https://lab.github.com/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Atlassian Git Tutorials: </a:t>
            </a:r>
            <a:r>
              <a:rPr sz="2400" dirty="0">
                <a:hlinkClick r:id="rId5"/>
              </a:rPr>
              <a:t>https://www.atlassian.com/git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85B1FB-DBB3-443D-94BC-FDDA36CE9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877FB-D9EF-481B-9F69-86577E9686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D616EE-7383-455A-B9C3-8A709F26D0D9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</TotalTime>
  <Words>369</Words>
  <Application>Microsoft Office PowerPoint</Application>
  <PresentationFormat>On-screen Show (4:3)</PresentationFormat>
  <Paragraphs>93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Integral</vt:lpstr>
      <vt:lpstr> Git Essential Commands</vt:lpstr>
      <vt:lpstr>Initializing a Git Repository</vt:lpstr>
      <vt:lpstr>Staging Files for Commit</vt:lpstr>
      <vt:lpstr>Checking Status</vt:lpstr>
      <vt:lpstr>Committing Changes</vt:lpstr>
      <vt:lpstr>Viewing Commit History</vt:lpstr>
      <vt:lpstr>Viewing Changes in Commits</vt:lpstr>
      <vt:lpstr>Comparing Working Directory and Index</vt:lpstr>
      <vt:lpstr>Interactive Staging</vt:lpstr>
      <vt:lpstr>Removing Files</vt:lpstr>
      <vt:lpstr>Renaming Files</vt:lpstr>
      <vt:lpstr>Ignoring Files</vt:lpstr>
      <vt:lpstr>Undoing Unstaged Changes</vt:lpstr>
      <vt:lpstr>Unstaging Files</vt:lpstr>
      <vt:lpstr>Amending Last Commit</vt:lpstr>
      <vt:lpstr>Creating and Switching Branches</vt:lpstr>
      <vt:lpstr>Merging Branches</vt:lpstr>
      <vt:lpstr>Adding a Remote Repository</vt:lpstr>
      <vt:lpstr>Pushing to Remote</vt:lpstr>
      <vt:lpstr>Fetching from Remote</vt:lpstr>
      <vt:lpstr>Summary</vt:lpstr>
      <vt:lpstr>Further Reading /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16</cp:revision>
  <dcterms:created xsi:type="dcterms:W3CDTF">2013-01-27T09:14:16Z</dcterms:created>
  <dcterms:modified xsi:type="dcterms:W3CDTF">2025-10-06T19:36:24Z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