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4"/>
  </p:sldMasterIdLst>
  <p:sldIdLst>
    <p:sldId id="27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9" r:id="rId14"/>
    <p:sldId id="267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64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762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29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96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63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89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77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11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446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7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761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381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098" y="484632"/>
            <a:ext cx="5590153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572" y="977900"/>
            <a:ext cx="4904668" cy="3327734"/>
          </a:xfrm>
        </p:spPr>
        <p:txBody>
          <a:bodyPr anchor="b">
            <a:normAutofit/>
          </a:bodyPr>
          <a:lstStyle/>
          <a:p>
            <a:r>
              <a:rPr lang="en-US" sz="4700" dirty="0"/>
              <a:t>Hello react</a:t>
            </a:r>
            <a:br>
              <a:rPr lang="en-US" sz="4700" dirty="0"/>
            </a:br>
            <a:r>
              <a:rPr lang="en-US" sz="4700" dirty="0"/>
              <a:t>– Lesson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72" y="4621235"/>
            <a:ext cx="4904668" cy="1225028"/>
          </a:xfrm>
        </p:spPr>
        <p:txBody>
          <a:bodyPr anchor="t">
            <a:normAutofit/>
          </a:bodyPr>
          <a:lstStyle/>
          <a:p>
            <a:pPr algn="r"/>
            <a:r>
              <a:rPr lang="en-US" sz="1700"/>
              <a:t>Understanding Components, JSX, and Rendering Lists</a:t>
            </a:r>
          </a:p>
          <a:p>
            <a:pPr algn="r"/>
            <a:r>
              <a:rPr lang="en-US" sz="1700"/>
              <a:t>Presented by: [Your Name]</a:t>
            </a:r>
          </a:p>
          <a:p>
            <a:pPr algn="r"/>
            <a:r>
              <a:rPr lang="en-US" sz="1700"/>
              <a:t>Course: 2510 React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19010" y="4476657"/>
            <a:ext cx="402823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484632"/>
            <a:ext cx="2688168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Single-Page Application (SPA)?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5" y="2274102"/>
            <a:ext cx="7290055" cy="4023360"/>
          </a:xfrm>
        </p:spPr>
        <p:txBody>
          <a:bodyPr>
            <a:noAutofit/>
          </a:bodyPr>
          <a:lstStyle/>
          <a:p>
            <a:r>
              <a:rPr sz="2400" dirty="0"/>
              <a:t>Traditional websites reload the page on every navigation.</a:t>
            </a:r>
          </a:p>
          <a:p>
            <a:r>
              <a:rPr sz="2400" dirty="0"/>
              <a:t>SPAs load a single HTML file and dynamically update content using JavaScript.</a:t>
            </a:r>
          </a:p>
          <a:p>
            <a:r>
              <a:rPr sz="2400" dirty="0"/>
              <a:t>Benefits: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Faster navigation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Better user 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Reduced server load</a:t>
            </a:r>
          </a:p>
          <a:p>
            <a:r>
              <a:rPr sz="2400" dirty="0"/>
              <a:t>🧠 Think About It: Why might SPAs be better for modern web apps?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React’s Role in SPAs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Introduced by Facebook in 2013</a:t>
            </a:r>
          </a:p>
          <a:p>
            <a:r>
              <a:rPr sz="2400" dirty="0"/>
              <a:t>Component-based architecture</a:t>
            </a:r>
          </a:p>
          <a:p>
            <a:r>
              <a:rPr sz="2400" dirty="0"/>
              <a:t>React renders UI dynamically in the browser</a:t>
            </a:r>
          </a:p>
          <a:p>
            <a:r>
              <a:rPr sz="2400" dirty="0"/>
              <a:t>React apps are JavaScript bundles that run entirely on the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Rise of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Components = Reusable UI blocks</a:t>
            </a:r>
          </a:p>
          <a:p>
            <a:r>
              <a:rPr sz="2400" dirty="0"/>
              <a:t>Each component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</a:t>
            </a:r>
            <a:r>
              <a:rPr lang="en-US" sz="2400" dirty="0"/>
              <a:t> </a:t>
            </a:r>
            <a:r>
              <a:rPr sz="2400" dirty="0"/>
              <a:t>HTML (structure)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</a:t>
            </a:r>
            <a:r>
              <a:rPr lang="en-US" sz="2400" dirty="0"/>
              <a:t> </a:t>
            </a:r>
            <a:r>
              <a:rPr sz="2400" dirty="0"/>
              <a:t>CSS (style)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</a:t>
            </a:r>
            <a:r>
              <a:rPr lang="en-US" sz="2400" dirty="0"/>
              <a:t> </a:t>
            </a:r>
            <a:r>
              <a:rPr sz="2400" dirty="0"/>
              <a:t>JavaScript (behavior)</a:t>
            </a:r>
          </a:p>
          <a:p>
            <a:r>
              <a:rPr sz="2400" dirty="0"/>
              <a:t>Components can be nested to build complex UIs</a:t>
            </a:r>
          </a:p>
          <a:p>
            <a:r>
              <a:rPr sz="2400" dirty="0"/>
              <a:t>🎯 Goal: Think in components!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 for Learning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Basic knowledge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HTML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JavaScript</a:t>
            </a:r>
          </a:p>
          <a:p>
            <a:r>
              <a:rPr sz="2400" dirty="0"/>
              <a:t>Tools needed: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Code editor (e.g., </a:t>
            </a:r>
            <a:r>
              <a:rPr sz="2400" dirty="0" err="1"/>
              <a:t>VSCode</a:t>
            </a:r>
            <a:r>
              <a:rPr sz="24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Terminal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Node.js and </a:t>
            </a:r>
            <a:r>
              <a:rPr sz="2400" dirty="0" err="1"/>
              <a:t>npm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Editor: Visual Studio Code (</a:t>
            </a:r>
            <a:r>
              <a:rPr sz="2400" dirty="0" err="1"/>
              <a:t>VSCode</a:t>
            </a:r>
            <a:r>
              <a:rPr sz="2400" dirty="0"/>
              <a:t>)</a:t>
            </a:r>
          </a:p>
          <a:p>
            <a:r>
              <a:rPr sz="2400" dirty="0"/>
              <a:t>Terminal: Integrated or standalone</a:t>
            </a:r>
          </a:p>
          <a:p>
            <a:r>
              <a:rPr sz="2400" dirty="0"/>
              <a:t>Version Control: Git + GitHub</a:t>
            </a:r>
          </a:p>
          <a:p>
            <a:r>
              <a:rPr sz="2400" dirty="0"/>
              <a:t>🔧 Pro Tip: Local setup is better for real-world development.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Node and npm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Check installation</a:t>
            </a:r>
            <a:r>
              <a:rPr lang="en-US" sz="2400" dirty="0"/>
              <a:t> by entering these commands in terminal</a:t>
            </a:r>
            <a:r>
              <a:rPr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node --version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</a:t>
            </a:r>
            <a:r>
              <a:rPr sz="2400" dirty="0" err="1"/>
              <a:t>npm</a:t>
            </a:r>
            <a:r>
              <a:rPr sz="2400" dirty="0"/>
              <a:t> --version</a:t>
            </a:r>
          </a:p>
          <a:p>
            <a:r>
              <a:rPr sz="2400" dirty="0"/>
              <a:t>If not installed, download from nodejs.org</a:t>
            </a:r>
          </a:p>
          <a:p>
            <a:r>
              <a:rPr sz="2400" dirty="0" err="1"/>
              <a:t>npm</a:t>
            </a:r>
            <a:r>
              <a:rPr sz="2400" dirty="0"/>
              <a:t> helps manage libraries and tools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React App with Vite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Vite = Modern build tool (fast, minimal config)</a:t>
            </a:r>
          </a:p>
          <a:p>
            <a:r>
              <a:rPr sz="2400" dirty="0"/>
              <a:t>Run in terminal: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</a:t>
            </a:r>
            <a:r>
              <a:rPr sz="2400" dirty="0" err="1"/>
              <a:t>npm</a:t>
            </a:r>
            <a:r>
              <a:rPr sz="2400" dirty="0"/>
              <a:t> create </a:t>
            </a:r>
            <a:r>
              <a:rPr sz="2400" dirty="0" err="1"/>
              <a:t>vite@latest</a:t>
            </a:r>
            <a:r>
              <a:rPr sz="2400" dirty="0"/>
              <a:t> </a:t>
            </a:r>
            <a:r>
              <a:rPr lang="en-US" sz="2400" dirty="0">
                <a:highlight>
                  <a:srgbClr val="C0C0C0"/>
                </a:highlight>
              </a:rPr>
              <a:t>app-name</a:t>
            </a:r>
            <a:r>
              <a:rPr lang="en-US" sz="2400" dirty="0"/>
              <a:t> </a:t>
            </a:r>
            <a:r>
              <a:rPr sz="2400" dirty="0"/>
              <a:t>-- --template react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cd </a:t>
            </a:r>
            <a:r>
              <a:rPr lang="en-US" sz="2400" dirty="0">
                <a:highlight>
                  <a:srgbClr val="C0C0C0"/>
                </a:highlight>
              </a:rPr>
              <a:t>app-name</a:t>
            </a:r>
            <a:endParaRPr sz="2400" dirty="0">
              <a:highlight>
                <a:srgbClr val="C0C0C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</a:t>
            </a:r>
            <a:r>
              <a:rPr sz="2400" dirty="0" err="1"/>
              <a:t>npm</a:t>
            </a:r>
            <a:r>
              <a:rPr sz="2400" dirty="0"/>
              <a:t> install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</a:t>
            </a:r>
            <a:r>
              <a:rPr sz="2400" dirty="0" err="1"/>
              <a:t>npm</a:t>
            </a:r>
            <a:r>
              <a:rPr sz="2400" dirty="0"/>
              <a:t> run dev</a:t>
            </a:r>
          </a:p>
          <a:p>
            <a:r>
              <a:rPr sz="2400" dirty="0"/>
              <a:t>Open the browser to view your 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Key folders/files: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</a:t>
            </a:r>
            <a:r>
              <a:rPr sz="2400" dirty="0" err="1"/>
              <a:t>src</a:t>
            </a:r>
            <a:r>
              <a:rPr sz="2400" dirty="0"/>
              <a:t>/: Your React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public/: Static assets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</a:t>
            </a:r>
            <a:r>
              <a:rPr sz="2400" dirty="0" err="1"/>
              <a:t>package.json</a:t>
            </a:r>
            <a:r>
              <a:rPr sz="2400" dirty="0"/>
              <a:t>: Project config and dependencies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vite.config.js: Vite settings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.</a:t>
            </a:r>
            <a:r>
              <a:rPr sz="2400" dirty="0" err="1"/>
              <a:t>gitignore</a:t>
            </a:r>
            <a:r>
              <a:rPr sz="2400" dirty="0"/>
              <a:t>: Files to exclude from Git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📁 Focus on: </a:t>
            </a:r>
            <a:r>
              <a:rPr sz="2400" dirty="0" err="1"/>
              <a:t>src</a:t>
            </a:r>
            <a:r>
              <a:rPr sz="2400" dirty="0"/>
              <a:t>/</a:t>
            </a:r>
            <a:r>
              <a:rPr sz="2400" dirty="0" err="1"/>
              <a:t>App.jsx</a:t>
            </a:r>
            <a:r>
              <a:rPr sz="2400" dirty="0"/>
              <a:t> and </a:t>
            </a:r>
            <a:r>
              <a:rPr sz="2400" dirty="0" err="1"/>
              <a:t>src</a:t>
            </a:r>
            <a:r>
              <a:rPr sz="2400" dirty="0"/>
              <a:t>/</a:t>
            </a:r>
            <a:r>
              <a:rPr sz="2400" dirty="0" err="1"/>
              <a:t>main.jsx</a:t>
            </a:r>
            <a:endParaRPr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DFD7-23AE-4C25-6FE3-D0809C1A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NPM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8175C-A7CF-72B9-A522-E690AA587D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Found in </a:t>
            </a:r>
            <a:r>
              <a:rPr lang="en-US" sz="2400" dirty="0" err="1"/>
              <a:t>package.json</a:t>
            </a:r>
            <a:r>
              <a:rPr lang="en-US" sz="2400" dirty="0"/>
              <a:t> under scripts: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dev: </a:t>
            </a:r>
            <a:r>
              <a:rPr lang="en-US" sz="2400" dirty="0" err="1"/>
              <a:t>vite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build: </a:t>
            </a:r>
            <a:r>
              <a:rPr lang="en-US" sz="2400" dirty="0" err="1"/>
              <a:t>vite</a:t>
            </a:r>
            <a:r>
              <a:rPr lang="en-US" sz="2400" dirty="0"/>
              <a:t> build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lint: </a:t>
            </a:r>
            <a:r>
              <a:rPr lang="en-US" sz="2400" dirty="0" err="1"/>
              <a:t>eslint</a:t>
            </a:r>
            <a:r>
              <a:rPr lang="en-US" sz="2400" dirty="0"/>
              <a:t>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preview: </a:t>
            </a:r>
            <a:r>
              <a:rPr lang="en-US" sz="2400" dirty="0" err="1"/>
              <a:t>vite</a:t>
            </a:r>
            <a:r>
              <a:rPr lang="en-US" sz="2400" dirty="0"/>
              <a:t> preview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455C24-9048-4CD7-9C74-38D33D9FB5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Run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</a:t>
            </a:r>
            <a:r>
              <a:rPr lang="en-US" sz="2400" dirty="0" err="1"/>
              <a:t>npm</a:t>
            </a:r>
            <a:r>
              <a:rPr lang="en-US" sz="2400" dirty="0"/>
              <a:t> run dev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</a:t>
            </a:r>
            <a:r>
              <a:rPr lang="en-US" sz="2400" dirty="0" err="1"/>
              <a:t>npm</a:t>
            </a:r>
            <a:r>
              <a:rPr lang="en-US" sz="2400" dirty="0"/>
              <a:t> run build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</a:t>
            </a:r>
            <a:r>
              <a:rPr lang="en-US" sz="2400" dirty="0" err="1"/>
              <a:t>npm</a:t>
            </a:r>
            <a:r>
              <a:rPr lang="en-US" sz="2400" dirty="0"/>
              <a:t> run preview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235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Use </a:t>
            </a:r>
            <a:r>
              <a:rPr sz="2400" b="1" dirty="0" err="1"/>
              <a:t>npm</a:t>
            </a:r>
            <a:r>
              <a:rPr sz="2400" b="1" dirty="0"/>
              <a:t> run dev </a:t>
            </a:r>
            <a:r>
              <a:rPr sz="2400" dirty="0"/>
              <a:t>to develop locally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Use </a:t>
            </a:r>
            <a:r>
              <a:rPr sz="2400" b="1" dirty="0" err="1"/>
              <a:t>npm</a:t>
            </a:r>
            <a:r>
              <a:rPr sz="2400" b="1" dirty="0"/>
              <a:t> run build </a:t>
            </a:r>
            <a:r>
              <a:rPr sz="2400" dirty="0"/>
              <a:t>to prepare for deployment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Use </a:t>
            </a:r>
            <a:r>
              <a:rPr sz="2400" b="1" dirty="0" err="1"/>
              <a:t>npm</a:t>
            </a:r>
            <a:r>
              <a:rPr sz="2400" b="1" dirty="0"/>
              <a:t> run preview </a:t>
            </a:r>
            <a:r>
              <a:rPr sz="2400" dirty="0"/>
              <a:t>to test production build</a:t>
            </a:r>
          </a:p>
          <a:p>
            <a:r>
              <a:rPr sz="2400" dirty="0"/>
              <a:t>🧪 Exercise: Try each command and observe the output in your browser.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&amp;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Explore: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How to start a React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Vite documentation</a:t>
            </a:r>
          </a:p>
          <a:p>
            <a:r>
              <a:rPr sz="2400" dirty="0"/>
              <a:t>Practice: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Run and preview your app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/>
              <a:t>  Commit changes with Git after each section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64477d5-28bc-4281-951a-a6595459d476" xsi:nil="true"/>
    <_ip_UnifiedCompliancePolicyUIAction xmlns="http://schemas.microsoft.com/sharepoint/v3" xsi:nil="true"/>
    <_ip_UnifiedCompliancePolicyProperties xmlns="http://schemas.microsoft.com/sharepoint/v3" xsi:nil="true"/>
    <lcf76f155ced4ddcb4097134ff3c332f xmlns="a29706ce-7dd9-430f-9203-d15122c9954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71FBD443DB645BC32CB9A99CF976B" ma:contentTypeVersion="18" ma:contentTypeDescription="Create a new document." ma:contentTypeScope="" ma:versionID="27444926869326fc33142517165c0c6e">
  <xsd:schema xmlns:xsd="http://www.w3.org/2001/XMLSchema" xmlns:xs="http://www.w3.org/2001/XMLSchema" xmlns:p="http://schemas.microsoft.com/office/2006/metadata/properties" xmlns:ns1="http://schemas.microsoft.com/sharepoint/v3" xmlns:ns2="a29706ce-7dd9-430f-9203-d15122c9954d" xmlns:ns3="564477d5-28bc-4281-951a-a6595459d476" targetNamespace="http://schemas.microsoft.com/office/2006/metadata/properties" ma:root="true" ma:fieldsID="a3f55a8f816f3f830bad0a70fc35b3cf" ns1:_="" ns2:_="" ns3:_="">
    <xsd:import namespace="http://schemas.microsoft.com/sharepoint/v3"/>
    <xsd:import namespace="a29706ce-7dd9-430f-9203-d15122c9954d"/>
    <xsd:import namespace="564477d5-28bc-4281-951a-a6595459d4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706ce-7dd9-430f-9203-d15122c995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ab9d10e-cf46-43c3-8dbe-852b4cfb5d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4477d5-28bc-4281-951a-a6595459d4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a014298-9250-4e8d-9453-de0460558e4e}" ma:internalName="TaxCatchAll" ma:showField="CatchAllData" ma:web="564477d5-28bc-4281-951a-a6595459d4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1E2560-5569-4352-8C2D-D4EDC54614DD}">
  <ds:schemaRefs>
    <ds:schemaRef ds:uri="http://schemas.microsoft.com/office/2006/metadata/properties"/>
    <ds:schemaRef ds:uri="http://schemas.microsoft.com/office/infopath/2007/PartnerControls"/>
    <ds:schemaRef ds:uri="564477d5-28bc-4281-951a-a6595459d476"/>
    <ds:schemaRef ds:uri="http://schemas.microsoft.com/sharepoint/v3"/>
    <ds:schemaRef ds:uri="a29706ce-7dd9-430f-9203-d15122c9954d"/>
  </ds:schemaRefs>
</ds:datastoreItem>
</file>

<file path=customXml/itemProps2.xml><?xml version="1.0" encoding="utf-8"?>
<ds:datastoreItem xmlns:ds="http://schemas.openxmlformats.org/officeDocument/2006/customXml" ds:itemID="{69D773F8-25F2-4593-9641-2D14625EC0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878AC6-775D-4A45-9EC7-6D08D39AE6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29706ce-7dd9-430f-9203-d15122c9954d"/>
    <ds:schemaRef ds:uri="564477d5-28bc-4281-951a-a6595459d4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49</TotalTime>
  <Words>486</Words>
  <Application>Microsoft Office PowerPoint</Application>
  <PresentationFormat>On-screen Show (4:3)</PresentationFormat>
  <Paragraphs>83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Integral</vt:lpstr>
      <vt:lpstr>Hello react – Lesson 1</vt:lpstr>
      <vt:lpstr>What is a Single-Page Application (SPA)?</vt:lpstr>
      <vt:lpstr>React’s Role in SPAs</vt:lpstr>
      <vt:lpstr>The Rise of Components</vt:lpstr>
      <vt:lpstr>Prerequisites for Learning React</vt:lpstr>
      <vt:lpstr>Recommended Tools</vt:lpstr>
      <vt:lpstr>Installing Node and npm</vt:lpstr>
      <vt:lpstr>Creating a React App with Vite</vt:lpstr>
      <vt:lpstr>Project Folder Structure</vt:lpstr>
      <vt:lpstr>NPM SCRIPTS</vt:lpstr>
      <vt:lpstr>Development Workflow</vt:lpstr>
      <vt:lpstr>Wrap-Up &amp; Exercises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Walthour, Moreland</cp:lastModifiedBy>
  <cp:revision>19</cp:revision>
  <dcterms:created xsi:type="dcterms:W3CDTF">2013-01-27T09:14:16Z</dcterms:created>
  <dcterms:modified xsi:type="dcterms:W3CDTF">2025-10-06T19:06:28Z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0x01010012C71FBD443DB645BC32CB9A99CF976B</vt:lpwstr>
  </property>
</Properties>
</file>