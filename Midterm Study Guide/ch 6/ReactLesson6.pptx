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35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30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1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9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5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9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47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64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introducing-jsx.html" TargetMode="External"/><Relationship Id="rId2" Type="http://schemas.openxmlformats.org/officeDocument/2006/relationships/hyperlink" Target="https://reactjs.org/docs/getting-started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 dirty="0"/>
              <a:t>React Components</a:t>
            </a:r>
            <a:br>
              <a:rPr lang="en-US" sz="4700" dirty="0"/>
            </a:br>
            <a:r>
              <a:rPr lang="en-US" sz="4700" dirty="0"/>
              <a:t>– Lesson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Autofit/>
          </a:bodyPr>
          <a:lstStyle/>
          <a:p>
            <a:pPr algn="r"/>
            <a:r>
              <a:rPr lang="en-US" sz="2000" dirty="0"/>
              <a:t>Understanding Components, JSX, and Rendering Lists</a:t>
            </a:r>
          </a:p>
          <a:p>
            <a:pPr algn="r"/>
            <a:r>
              <a:rPr lang="en-US" sz="2000" dirty="0"/>
              <a:t>Presented by: [Your Name]</a:t>
            </a:r>
          </a:p>
          <a:p>
            <a:pPr algn="r"/>
            <a:r>
              <a:rPr lang="en-US" sz="20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Introduction to React Components</a:t>
            </a:r>
          </a:p>
        </p:txBody>
      </p:sp>
      <p:pic>
        <p:nvPicPr>
          <p:cNvPr id="1026" name="Picture 2" descr="These Lego blocks are actually storage boxes – Odd Gifts.com">
            <a:extLst>
              <a:ext uri="{FF2B5EF4-FFF2-40B4-BE49-F238E27FC236}">
                <a16:creationId xmlns:a16="http://schemas.microsoft.com/office/drawing/2014/main" id="{84BA1226-D764-9CB4-EF4B-19529465D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724" y="2754624"/>
            <a:ext cx="2711704" cy="271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7709" y="1996697"/>
            <a:ext cx="4260441" cy="444530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React components are the building blocks of a React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Components can be functional or class-based.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Functional components are simpler and preferred for most use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Class-based components offer more features but are less common in modern React.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JSX – JavaScript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is a syntax extension for JavaScript that looks similar to HTML.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allows you to write HTML-like code within JavaScript.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is compiled to JavaScript by tools like Babel.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makes it easier to create React components and manage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Rendering Lists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React allows you to render lists of data using the map() function.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the </a:t>
            </a:r>
            <a:r>
              <a:rPr sz="2400" u="sng" dirty="0"/>
              <a:t>map() </a:t>
            </a:r>
            <a:r>
              <a:rPr sz="2400" dirty="0"/>
              <a:t>function to iterate over an array and return a list of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Each element in the list should have a unique key prop.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sz="2400" dirty="0"/>
              <a:t>Example:</a:t>
            </a:r>
          </a:p>
          <a:p>
            <a:r>
              <a:rPr sz="2400" dirty="0"/>
              <a:t>const items = ['Item 1', 'Item 2', 'Item 3'];</a:t>
            </a:r>
          </a:p>
          <a:p>
            <a:r>
              <a:rPr sz="2400" dirty="0"/>
              <a:t>const </a:t>
            </a:r>
            <a:r>
              <a:rPr sz="2400" dirty="0" err="1"/>
              <a:t>listItems</a:t>
            </a:r>
            <a:r>
              <a:rPr sz="2400" dirty="0"/>
              <a:t> = </a:t>
            </a:r>
            <a:r>
              <a:rPr sz="2400" dirty="0" err="1"/>
              <a:t>items.map</a:t>
            </a:r>
            <a:r>
              <a:rPr sz="2400" dirty="0"/>
              <a:t>((item) =&gt; &lt;l</a:t>
            </a:r>
            <a:r>
              <a:rPr lang="en-US" sz="2400" dirty="0"/>
              <a:t>i key={item}&gt;{item}&lt;/li&gt;);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478356"/>
          </a:xfrm>
        </p:spPr>
        <p:txBody>
          <a:bodyPr>
            <a:noAutofit/>
          </a:bodyPr>
          <a:lstStyle/>
          <a:p>
            <a:r>
              <a:rPr sz="2400" dirty="0"/>
              <a:t>React applications are built using a hierarchy of components.</a:t>
            </a:r>
            <a:r>
              <a:rPr lang="en-US" sz="2400" dirty="0"/>
              <a:t> </a:t>
            </a:r>
            <a:r>
              <a:rPr sz="2400" dirty="0"/>
              <a:t>Parent components can contain child components.</a:t>
            </a:r>
            <a:r>
              <a:rPr lang="en-US" sz="2400" dirty="0"/>
              <a:t> </a:t>
            </a:r>
            <a:r>
              <a:rPr sz="2400" dirty="0"/>
              <a:t>Data can be passed from parent to child components via </a:t>
            </a:r>
            <a:r>
              <a:rPr sz="2400" u="sng" dirty="0"/>
              <a:t>props</a:t>
            </a:r>
            <a:r>
              <a:rPr sz="2400" dirty="0"/>
              <a:t>.</a:t>
            </a:r>
          </a:p>
          <a:p>
            <a:r>
              <a:rPr dirty="0"/>
              <a:t>Example:</a:t>
            </a:r>
          </a:p>
          <a:p>
            <a:r>
              <a:rPr lang="en-US" dirty="0"/>
              <a:t>function </a:t>
            </a:r>
            <a:r>
              <a:rPr lang="en-US" dirty="0" err="1"/>
              <a:t>ParentComponent</a:t>
            </a:r>
            <a:r>
              <a:rPr lang="en-US" dirty="0"/>
              <a:t>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&lt;div&gt;&lt;</a:t>
            </a:r>
            <a:r>
              <a:rPr lang="en-US" dirty="0" err="1"/>
              <a:t>ChildComponent</a:t>
            </a:r>
            <a:r>
              <a:rPr lang="en-US" dirty="0"/>
              <a:t> </a:t>
            </a:r>
            <a:r>
              <a:rPr lang="en-US" dirty="0" err="1"/>
              <a:t>propName</a:t>
            </a:r>
            <a:r>
              <a:rPr lang="en-US" dirty="0"/>
              <a:t>='value' /&gt;&lt;/div&gt;</a:t>
            </a:r>
          </a:p>
          <a:p>
            <a:r>
              <a:rPr lang="en-US" dirty="0"/>
              <a:t>  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Explore:</a:t>
            </a:r>
          </a:p>
          <a:p>
            <a:r>
              <a:rPr dirty="0"/>
              <a:t>[React Documentation](</a:t>
            </a:r>
            <a:r>
              <a:rPr dirty="0">
                <a:hlinkClick r:id="rId2"/>
              </a:rPr>
              <a:t>https://reactjs.org/docs/getting-started.html</a:t>
            </a:r>
            <a:r>
              <a:rPr dirty="0"/>
              <a:t>)</a:t>
            </a:r>
          </a:p>
          <a:p>
            <a:r>
              <a:rPr dirty="0"/>
              <a:t>[JSX Documentation](</a:t>
            </a:r>
            <a:r>
              <a:rPr dirty="0">
                <a:hlinkClick r:id="rId3"/>
              </a:rPr>
              <a:t>https://reactjs.org/docs/introducing-jsx.html</a:t>
            </a:r>
            <a:r>
              <a:rPr dirty="0"/>
              <a:t>)</a:t>
            </a:r>
            <a:endParaRPr lang="en-US" dirty="0"/>
          </a:p>
          <a:p>
            <a:endParaRPr dirty="0"/>
          </a:p>
          <a:p>
            <a:r>
              <a:rPr dirty="0"/>
              <a:t>Practice: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Create a simple React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Render a list of items using the map()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Build a component hierarchy with parent and child components.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6BBF4E-7639-4592-A212-F8A1431B0D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958E51-DB0A-4F78-A097-6E54CDA419EE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customXml/itemProps3.xml><?xml version="1.0" encoding="utf-8"?>
<ds:datastoreItem xmlns:ds="http://schemas.openxmlformats.org/officeDocument/2006/customXml" ds:itemID="{44305E9D-0ABC-459A-AC98-E32FFB2F18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339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Integral</vt:lpstr>
      <vt:lpstr>React Components – Lesson 2</vt:lpstr>
      <vt:lpstr>Introduction to React Components</vt:lpstr>
      <vt:lpstr>JSX – JavaScript XML</vt:lpstr>
      <vt:lpstr>Rendering Lists in React</vt:lpstr>
      <vt:lpstr>Component Hierarchies</vt:lpstr>
      <vt:lpstr>Wrap-Up &amp; Exercises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15</cp:revision>
  <dcterms:created xsi:type="dcterms:W3CDTF">2013-01-27T09:14:16Z</dcterms:created>
  <dcterms:modified xsi:type="dcterms:W3CDTF">2025-10-06T18:18:11Z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