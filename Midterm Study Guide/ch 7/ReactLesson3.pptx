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3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27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5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82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6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4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8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4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1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5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57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90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br>
              <a:rPr lang="en-US" sz="4700" dirty="0"/>
            </a:br>
            <a:r>
              <a:rPr lang="en-US" sz="4700" dirty="0"/>
              <a:t>JSX / PROPS– Lesson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 fontScale="92500" lnSpcReduction="20000"/>
          </a:bodyPr>
          <a:lstStyle/>
          <a:p>
            <a:pPr algn="r"/>
            <a:r>
              <a:rPr lang="en-US" sz="1800" dirty="0" err="1"/>
              <a:t>ReactDOM</a:t>
            </a:r>
            <a:r>
              <a:rPr lang="en-US" sz="1800" dirty="0"/>
              <a:t>, Component Declarations, Arrow Functions, Event Handlers, Props, and </a:t>
            </a:r>
            <a:r>
              <a:rPr lang="en-US" sz="1800" dirty="0" err="1"/>
              <a:t>useState</a:t>
            </a:r>
            <a:endParaRPr lang="en-US" sz="1800" dirty="0"/>
          </a:p>
          <a:p>
            <a:pPr algn="r"/>
            <a:r>
              <a:rPr lang="en-US" sz="1700" dirty="0"/>
              <a:t>s</a:t>
            </a:r>
          </a:p>
          <a:p>
            <a:pPr algn="r"/>
            <a:r>
              <a:rPr lang="en-US" sz="1700" dirty="0"/>
              <a:t>Presented by: [Your Name]</a:t>
            </a:r>
          </a:p>
          <a:p>
            <a:pPr algn="r"/>
            <a:r>
              <a:rPr lang="en-US" sz="1700" dirty="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- </a:t>
            </a:r>
            <a:r>
              <a:rPr sz="2400" dirty="0" err="1"/>
              <a:t>ReactDOM</a:t>
            </a:r>
            <a:r>
              <a:rPr sz="2400" dirty="0"/>
              <a:t> is the package that provides DOM-specific methods.</a:t>
            </a:r>
          </a:p>
          <a:p>
            <a:r>
              <a:rPr sz="2400" dirty="0"/>
              <a:t>- It is used to render React components into the DOM.</a:t>
            </a:r>
          </a:p>
          <a:p>
            <a:r>
              <a:rPr sz="2400" dirty="0"/>
              <a:t>- Example:</a:t>
            </a:r>
          </a:p>
          <a:p>
            <a:r>
              <a:rPr sz="2400" dirty="0"/>
              <a:t>  import </a:t>
            </a:r>
            <a:r>
              <a:rPr sz="2400" dirty="0" err="1"/>
              <a:t>ReactDOM</a:t>
            </a:r>
            <a:r>
              <a:rPr sz="2400" dirty="0"/>
              <a:t> from 'react-</a:t>
            </a:r>
            <a:r>
              <a:rPr sz="2400" dirty="0" err="1"/>
              <a:t>dom</a:t>
            </a:r>
            <a:r>
              <a:rPr sz="2400" dirty="0"/>
              <a:t>';</a:t>
            </a:r>
          </a:p>
          <a:p>
            <a:r>
              <a:rPr sz="2400" dirty="0"/>
              <a:t>  </a:t>
            </a:r>
            <a:r>
              <a:rPr sz="2400" dirty="0" err="1"/>
              <a:t>ReactDOM.render</a:t>
            </a:r>
            <a:r>
              <a:rPr sz="2400" dirty="0"/>
              <a:t>(&lt;App /&gt;, </a:t>
            </a:r>
            <a:r>
              <a:rPr sz="2400" dirty="0" err="1"/>
              <a:t>document.getElementById</a:t>
            </a:r>
            <a:r>
              <a:rPr sz="2400" dirty="0"/>
              <a:t>('root'));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- Components are the building blocks of a React application.</a:t>
            </a:r>
          </a:p>
          <a:p>
            <a:r>
              <a:rPr sz="2400" dirty="0"/>
              <a:t>- They can be declared as functions or classes.</a:t>
            </a:r>
          </a:p>
          <a:p>
            <a:r>
              <a:rPr sz="2400" dirty="0"/>
              <a:t>- Example (Function Component):</a:t>
            </a:r>
          </a:p>
          <a:p>
            <a:r>
              <a:rPr sz="2400" dirty="0"/>
              <a:t>  function Welcome(props) {</a:t>
            </a:r>
          </a:p>
          <a:p>
            <a:r>
              <a:rPr sz="2400" dirty="0"/>
              <a:t>    return &lt;h1&gt;Hello, {props.name}&lt;/h1&gt;;</a:t>
            </a:r>
          </a:p>
          <a:p>
            <a:r>
              <a:rPr sz="2400" dirty="0"/>
              <a:t>  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sz="2400" dirty="0"/>
          </a:p>
          <a:p>
            <a:r>
              <a:rPr sz="2400" dirty="0"/>
              <a:t>- Arrow functions provide a concise syntax for writing functions.</a:t>
            </a:r>
          </a:p>
          <a:p>
            <a:r>
              <a:rPr sz="2400" dirty="0"/>
              <a:t>- They are often used in React for event handlers and functional components.</a:t>
            </a:r>
          </a:p>
          <a:p>
            <a:r>
              <a:rPr sz="2400" dirty="0"/>
              <a:t>- Example:</a:t>
            </a:r>
          </a:p>
          <a:p>
            <a:r>
              <a:rPr sz="2400" dirty="0"/>
              <a:t>  const Welcome = (props) =&gt; {</a:t>
            </a:r>
          </a:p>
          <a:p>
            <a:r>
              <a:rPr sz="2400" dirty="0"/>
              <a:t>    return &lt;h1&gt;Hello, {props.name}&lt;/h1&gt;;</a:t>
            </a:r>
          </a:p>
          <a:p>
            <a:r>
              <a:rPr sz="2400" dirty="0"/>
              <a:t>  };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- Event handlers are functions that handle user interactions.</a:t>
            </a:r>
          </a:p>
          <a:p>
            <a:r>
              <a:rPr sz="2400" dirty="0"/>
              <a:t>- They can be added to elements using JSX syntax.</a:t>
            </a:r>
          </a:p>
          <a:p>
            <a:r>
              <a:rPr sz="2400" dirty="0"/>
              <a:t>- Example:</a:t>
            </a:r>
          </a:p>
          <a:p>
            <a:r>
              <a:rPr sz="2400" dirty="0"/>
              <a:t>  function </a:t>
            </a:r>
            <a:r>
              <a:rPr sz="2400" dirty="0" err="1"/>
              <a:t>handleClick</a:t>
            </a:r>
            <a:r>
              <a:rPr sz="2400" dirty="0"/>
              <a:t>() {</a:t>
            </a:r>
          </a:p>
          <a:p>
            <a:r>
              <a:rPr sz="2400" dirty="0"/>
              <a:t>    alert('Button clicked!');</a:t>
            </a:r>
          </a:p>
          <a:p>
            <a:r>
              <a:rPr sz="2400" dirty="0"/>
              <a:t>  }</a:t>
            </a:r>
          </a:p>
          <a:p>
            <a:r>
              <a:rPr sz="2400" dirty="0"/>
              <a:t>  &lt;button </a:t>
            </a:r>
            <a:r>
              <a:rPr sz="2400" dirty="0" err="1"/>
              <a:t>onClick</a:t>
            </a:r>
            <a:r>
              <a:rPr sz="2400" dirty="0"/>
              <a:t>={</a:t>
            </a:r>
            <a:r>
              <a:rPr sz="2400" dirty="0" err="1"/>
              <a:t>handleClick</a:t>
            </a:r>
            <a:r>
              <a:rPr sz="2400" dirty="0"/>
              <a:t>}&gt;Click me&lt;/button&gt;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sz="2400" dirty="0"/>
          </a:p>
          <a:p>
            <a:r>
              <a:rPr sz="2400" dirty="0"/>
              <a:t>- Props are inputs to components.</a:t>
            </a:r>
          </a:p>
          <a:p>
            <a:r>
              <a:rPr sz="2400" dirty="0"/>
              <a:t>- They allow data to be passed from parent to child components.</a:t>
            </a:r>
          </a:p>
          <a:p>
            <a:r>
              <a:rPr sz="2400" dirty="0"/>
              <a:t>- Example:</a:t>
            </a:r>
          </a:p>
          <a:p>
            <a:r>
              <a:rPr sz="2400" dirty="0"/>
              <a:t>  function Welcome(props) {</a:t>
            </a:r>
          </a:p>
          <a:p>
            <a:r>
              <a:rPr sz="2400" dirty="0"/>
              <a:t>    return &lt;h1&gt;Hello, {props.name}&lt;/h1&gt;;</a:t>
            </a:r>
          </a:p>
          <a:p>
            <a:r>
              <a:rPr sz="2400" dirty="0"/>
              <a:t>  }</a:t>
            </a:r>
          </a:p>
          <a:p>
            <a:r>
              <a:rPr sz="2400" dirty="0"/>
              <a:t>  &lt;Welcome name="Sara" /&gt;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useState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- </a:t>
            </a:r>
            <a:r>
              <a:rPr sz="2400" dirty="0" err="1"/>
              <a:t>useState</a:t>
            </a:r>
            <a:r>
              <a:rPr sz="2400" dirty="0"/>
              <a:t> is a Hook that allows you to add state to functional components.</a:t>
            </a:r>
          </a:p>
          <a:p>
            <a:r>
              <a:rPr sz="2400" dirty="0"/>
              <a:t>- It returns an array with the current state and a function to update it.</a:t>
            </a:r>
          </a:p>
          <a:p>
            <a:r>
              <a:rPr sz="2400" dirty="0"/>
              <a:t>- Example:</a:t>
            </a:r>
          </a:p>
          <a:p>
            <a:r>
              <a:rPr sz="2400" dirty="0"/>
              <a:t>  const [count, </a:t>
            </a:r>
            <a:r>
              <a:rPr sz="2400" dirty="0" err="1"/>
              <a:t>setCount</a:t>
            </a:r>
            <a:r>
              <a:rPr sz="2400" dirty="0"/>
              <a:t>] = </a:t>
            </a:r>
            <a:r>
              <a:rPr sz="2400" dirty="0" err="1"/>
              <a:t>useState</a:t>
            </a:r>
            <a:r>
              <a:rPr sz="2400" dirty="0"/>
              <a:t>(0);</a:t>
            </a:r>
          </a:p>
          <a:p>
            <a:r>
              <a:rPr sz="2400" dirty="0"/>
              <a:t>  &lt;button </a:t>
            </a:r>
            <a:r>
              <a:rPr sz="2400" dirty="0" err="1"/>
              <a:t>onClick</a:t>
            </a:r>
            <a:r>
              <a:rPr sz="2400" dirty="0"/>
              <a:t>={() =&gt; </a:t>
            </a:r>
            <a:r>
              <a:rPr sz="2400" dirty="0" err="1"/>
              <a:t>setCount</a:t>
            </a:r>
            <a:r>
              <a:rPr sz="2400" dirty="0"/>
              <a:t>(count + 1)}&gt;Click me&lt;/button&gt;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55EE10-C139-44F3-8C87-C607B697F418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customXml/itemProps2.xml><?xml version="1.0" encoding="utf-8"?>
<ds:datastoreItem xmlns:ds="http://schemas.openxmlformats.org/officeDocument/2006/customXml" ds:itemID="{3F1C3E92-0FE4-4A04-A30B-FDC16850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D16A16-1D27-4CCB-96A9-3339FACF4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356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Integral</vt:lpstr>
      <vt:lpstr> JSX / PROPS– Lesson 3</vt:lpstr>
      <vt:lpstr>ReactDOM</vt:lpstr>
      <vt:lpstr>Component Declarations</vt:lpstr>
      <vt:lpstr>Arrow Functions</vt:lpstr>
      <vt:lpstr>Event Handlers</vt:lpstr>
      <vt:lpstr>Props</vt:lpstr>
      <vt:lpstr>useState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4</cp:revision>
  <dcterms:created xsi:type="dcterms:W3CDTF">2013-01-27T09:14:16Z</dcterms:created>
  <dcterms:modified xsi:type="dcterms:W3CDTF">2025-10-05T18:37:22Z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