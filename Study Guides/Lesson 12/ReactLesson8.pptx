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9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BBD1EE-ECA9-4871-AECB-F6E4ACF6EC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1D10DB-2750-46DB-84F1-62F1D64DDFD7}">
      <dgm:prSet/>
      <dgm:spPr/>
      <dgm:t>
        <a:bodyPr/>
        <a:lstStyle/>
        <a:p>
          <a:r>
            <a:rPr lang="en-US"/>
            <a:t>Axios is a promise-based HTTP client for the browser and Node.js.</a:t>
          </a:r>
        </a:p>
      </dgm:t>
    </dgm:pt>
    <dgm:pt modelId="{0C529438-ECC5-468F-A4A9-7EAD6FF5648B}" type="parTrans" cxnId="{D7022D37-A99A-4AE5-AC54-4B817CEBD6D9}">
      <dgm:prSet/>
      <dgm:spPr/>
      <dgm:t>
        <a:bodyPr/>
        <a:lstStyle/>
        <a:p>
          <a:endParaRPr lang="en-US"/>
        </a:p>
      </dgm:t>
    </dgm:pt>
    <dgm:pt modelId="{544142ED-3F30-4109-8786-FE7E53B73513}" type="sibTrans" cxnId="{D7022D37-A99A-4AE5-AC54-4B817CEBD6D9}">
      <dgm:prSet/>
      <dgm:spPr/>
      <dgm:t>
        <a:bodyPr/>
        <a:lstStyle/>
        <a:p>
          <a:endParaRPr lang="en-US"/>
        </a:p>
      </dgm:t>
    </dgm:pt>
    <dgm:pt modelId="{28ABC3F1-8716-4C3E-A968-6F05C1CA45FF}">
      <dgm:prSet/>
      <dgm:spPr/>
      <dgm:t>
        <a:bodyPr/>
        <a:lstStyle/>
        <a:p>
          <a:r>
            <a:rPr lang="en-US"/>
            <a:t>Used to fetch data from APIs in React apps.</a:t>
          </a:r>
        </a:p>
      </dgm:t>
    </dgm:pt>
    <dgm:pt modelId="{FB190E68-CA9B-4C3A-8E87-30058FD8F889}" type="parTrans" cxnId="{6E04DDFC-95D9-4D3E-9A01-2C212EDDC54A}">
      <dgm:prSet/>
      <dgm:spPr/>
      <dgm:t>
        <a:bodyPr/>
        <a:lstStyle/>
        <a:p>
          <a:endParaRPr lang="en-US"/>
        </a:p>
      </dgm:t>
    </dgm:pt>
    <dgm:pt modelId="{99BF6DE8-A816-469D-A12B-1688D10C185B}" type="sibTrans" cxnId="{6E04DDFC-95D9-4D3E-9A01-2C212EDDC54A}">
      <dgm:prSet/>
      <dgm:spPr/>
      <dgm:t>
        <a:bodyPr/>
        <a:lstStyle/>
        <a:p>
          <a:endParaRPr lang="en-US"/>
        </a:p>
      </dgm:t>
    </dgm:pt>
    <dgm:pt modelId="{B8BECB9A-11B8-4A01-8EE7-5ABC9C567E6E}">
      <dgm:prSet/>
      <dgm:spPr/>
      <dgm:t>
        <a:bodyPr/>
        <a:lstStyle/>
        <a:p>
          <a:r>
            <a:rPr lang="en-US"/>
            <a:t>Supports request and response interception.</a:t>
          </a:r>
        </a:p>
      </dgm:t>
    </dgm:pt>
    <dgm:pt modelId="{29DFD1BF-8AF9-4E6A-AD76-4DD290845C84}" type="parTrans" cxnId="{23FED4A3-6C04-47C5-91F4-308E140172F7}">
      <dgm:prSet/>
      <dgm:spPr/>
      <dgm:t>
        <a:bodyPr/>
        <a:lstStyle/>
        <a:p>
          <a:endParaRPr lang="en-US"/>
        </a:p>
      </dgm:t>
    </dgm:pt>
    <dgm:pt modelId="{D16CA042-103C-437D-BB8F-EB44621CFC99}" type="sibTrans" cxnId="{23FED4A3-6C04-47C5-91F4-308E140172F7}">
      <dgm:prSet/>
      <dgm:spPr/>
      <dgm:t>
        <a:bodyPr/>
        <a:lstStyle/>
        <a:p>
          <a:endParaRPr lang="en-US"/>
        </a:p>
      </dgm:t>
    </dgm:pt>
    <dgm:pt modelId="{2737C386-4300-4013-BA9B-62F0A757EF3A}">
      <dgm:prSet/>
      <dgm:spPr/>
      <dgm:t>
        <a:bodyPr/>
        <a:lstStyle/>
        <a:p>
          <a:r>
            <a:rPr lang="en-US"/>
            <a:t>Can be used with async/await for cleaner syntax.</a:t>
          </a:r>
        </a:p>
      </dgm:t>
    </dgm:pt>
    <dgm:pt modelId="{6FD403E3-B0F7-4475-9E21-5342F2449363}" type="parTrans" cxnId="{2EA99BA8-E73C-4C5D-AC45-2EA4375ADC45}">
      <dgm:prSet/>
      <dgm:spPr/>
      <dgm:t>
        <a:bodyPr/>
        <a:lstStyle/>
        <a:p>
          <a:endParaRPr lang="en-US"/>
        </a:p>
      </dgm:t>
    </dgm:pt>
    <dgm:pt modelId="{2D4C11ED-DE51-43EE-A9CA-010590A34A77}" type="sibTrans" cxnId="{2EA99BA8-E73C-4C5D-AC45-2EA4375ADC45}">
      <dgm:prSet/>
      <dgm:spPr/>
      <dgm:t>
        <a:bodyPr/>
        <a:lstStyle/>
        <a:p>
          <a:endParaRPr lang="en-US"/>
        </a:p>
      </dgm:t>
    </dgm:pt>
    <dgm:pt modelId="{D43B35DC-65A1-4B82-8168-57D0DA80872E}" type="pres">
      <dgm:prSet presAssocID="{72BBD1EE-ECA9-4871-AECB-F6E4ACF6ECB4}" presName="root" presStyleCnt="0">
        <dgm:presLayoutVars>
          <dgm:dir/>
          <dgm:resizeHandles val="exact"/>
        </dgm:presLayoutVars>
      </dgm:prSet>
      <dgm:spPr/>
    </dgm:pt>
    <dgm:pt modelId="{84653AD9-1A73-465E-A0E8-65CB1FEB036F}" type="pres">
      <dgm:prSet presAssocID="{641D10DB-2750-46DB-84F1-62F1D64DDFD7}" presName="compNode" presStyleCnt="0"/>
      <dgm:spPr/>
    </dgm:pt>
    <dgm:pt modelId="{BD32749C-EDDD-4895-ACCB-EC56B3102498}" type="pres">
      <dgm:prSet presAssocID="{641D10DB-2750-46DB-84F1-62F1D64DDFD7}" presName="bgRect" presStyleLbl="bgShp" presStyleIdx="0" presStyleCnt="4"/>
      <dgm:spPr/>
    </dgm:pt>
    <dgm:pt modelId="{E74A3433-15BB-403E-9332-6FF228C5F39F}" type="pres">
      <dgm:prSet presAssocID="{641D10DB-2750-46DB-84F1-62F1D64DDFD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AA7AF87-1AE4-41E0-8B72-5011AFA04B83}" type="pres">
      <dgm:prSet presAssocID="{641D10DB-2750-46DB-84F1-62F1D64DDFD7}" presName="spaceRect" presStyleCnt="0"/>
      <dgm:spPr/>
    </dgm:pt>
    <dgm:pt modelId="{0A3CD353-911A-4501-8FED-D7B9362EE899}" type="pres">
      <dgm:prSet presAssocID="{641D10DB-2750-46DB-84F1-62F1D64DDFD7}" presName="parTx" presStyleLbl="revTx" presStyleIdx="0" presStyleCnt="4">
        <dgm:presLayoutVars>
          <dgm:chMax val="0"/>
          <dgm:chPref val="0"/>
        </dgm:presLayoutVars>
      </dgm:prSet>
      <dgm:spPr/>
    </dgm:pt>
    <dgm:pt modelId="{527215AC-60FF-42A0-9DE9-EC69CD9B2B9B}" type="pres">
      <dgm:prSet presAssocID="{544142ED-3F30-4109-8786-FE7E53B73513}" presName="sibTrans" presStyleCnt="0"/>
      <dgm:spPr/>
    </dgm:pt>
    <dgm:pt modelId="{E4C76025-B6BF-4694-B89E-794D3D723E16}" type="pres">
      <dgm:prSet presAssocID="{28ABC3F1-8716-4C3E-A968-6F05C1CA45FF}" presName="compNode" presStyleCnt="0"/>
      <dgm:spPr/>
    </dgm:pt>
    <dgm:pt modelId="{037A9AFA-5D50-45F7-AC4B-A857C7933BE8}" type="pres">
      <dgm:prSet presAssocID="{28ABC3F1-8716-4C3E-A968-6F05C1CA45FF}" presName="bgRect" presStyleLbl="bgShp" presStyleIdx="1" presStyleCnt="4"/>
      <dgm:spPr/>
    </dgm:pt>
    <dgm:pt modelId="{1FA9F5EB-9B3A-496A-B559-646D995EF878}" type="pres">
      <dgm:prSet presAssocID="{28ABC3F1-8716-4C3E-A968-6F05C1CA45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C8625C5-7AB8-48CE-818C-DAC2CE575F46}" type="pres">
      <dgm:prSet presAssocID="{28ABC3F1-8716-4C3E-A968-6F05C1CA45FF}" presName="spaceRect" presStyleCnt="0"/>
      <dgm:spPr/>
    </dgm:pt>
    <dgm:pt modelId="{25336405-9B5C-4F72-8C86-DD66B8FB0E7F}" type="pres">
      <dgm:prSet presAssocID="{28ABC3F1-8716-4C3E-A968-6F05C1CA45FF}" presName="parTx" presStyleLbl="revTx" presStyleIdx="1" presStyleCnt="4">
        <dgm:presLayoutVars>
          <dgm:chMax val="0"/>
          <dgm:chPref val="0"/>
        </dgm:presLayoutVars>
      </dgm:prSet>
      <dgm:spPr/>
    </dgm:pt>
    <dgm:pt modelId="{F905892E-27F4-4D21-A4AD-917F5B209210}" type="pres">
      <dgm:prSet presAssocID="{99BF6DE8-A816-469D-A12B-1688D10C185B}" presName="sibTrans" presStyleCnt="0"/>
      <dgm:spPr/>
    </dgm:pt>
    <dgm:pt modelId="{EBBB2756-182D-4342-84CB-AAF09F66B0A2}" type="pres">
      <dgm:prSet presAssocID="{B8BECB9A-11B8-4A01-8EE7-5ABC9C567E6E}" presName="compNode" presStyleCnt="0"/>
      <dgm:spPr/>
    </dgm:pt>
    <dgm:pt modelId="{5A8FC886-DE14-4A63-A5CB-6B3E7CF4D542}" type="pres">
      <dgm:prSet presAssocID="{B8BECB9A-11B8-4A01-8EE7-5ABC9C567E6E}" presName="bgRect" presStyleLbl="bgShp" presStyleIdx="2" presStyleCnt="4"/>
      <dgm:spPr/>
    </dgm:pt>
    <dgm:pt modelId="{8131B015-837F-4426-B6DC-B10A7530A4A6}" type="pres">
      <dgm:prSet presAssocID="{B8BECB9A-11B8-4A01-8EE7-5ABC9C567E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6EC49F88-B342-49A7-B39B-ECB4B9990BFE}" type="pres">
      <dgm:prSet presAssocID="{B8BECB9A-11B8-4A01-8EE7-5ABC9C567E6E}" presName="spaceRect" presStyleCnt="0"/>
      <dgm:spPr/>
    </dgm:pt>
    <dgm:pt modelId="{3ADF7405-48B7-418F-B376-095C86B1592F}" type="pres">
      <dgm:prSet presAssocID="{B8BECB9A-11B8-4A01-8EE7-5ABC9C567E6E}" presName="parTx" presStyleLbl="revTx" presStyleIdx="2" presStyleCnt="4">
        <dgm:presLayoutVars>
          <dgm:chMax val="0"/>
          <dgm:chPref val="0"/>
        </dgm:presLayoutVars>
      </dgm:prSet>
      <dgm:spPr/>
    </dgm:pt>
    <dgm:pt modelId="{0A0FE6A5-B971-4DAD-B448-0EE49350189D}" type="pres">
      <dgm:prSet presAssocID="{D16CA042-103C-437D-BB8F-EB44621CFC99}" presName="sibTrans" presStyleCnt="0"/>
      <dgm:spPr/>
    </dgm:pt>
    <dgm:pt modelId="{58445C37-585B-48E0-B902-3D2DA28B9B21}" type="pres">
      <dgm:prSet presAssocID="{2737C386-4300-4013-BA9B-62F0A757EF3A}" presName="compNode" presStyleCnt="0"/>
      <dgm:spPr/>
    </dgm:pt>
    <dgm:pt modelId="{E98B0300-5186-4F89-8CA1-11CA4EB0AB98}" type="pres">
      <dgm:prSet presAssocID="{2737C386-4300-4013-BA9B-62F0A757EF3A}" presName="bgRect" presStyleLbl="bgShp" presStyleIdx="3" presStyleCnt="4"/>
      <dgm:spPr/>
    </dgm:pt>
    <dgm:pt modelId="{6AF4DB5D-4A1D-4A34-B065-E094956301DD}" type="pres">
      <dgm:prSet presAssocID="{2737C386-4300-4013-BA9B-62F0A757EF3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A4B53DE-896E-4B47-B287-3555FBDFD26C}" type="pres">
      <dgm:prSet presAssocID="{2737C386-4300-4013-BA9B-62F0A757EF3A}" presName="spaceRect" presStyleCnt="0"/>
      <dgm:spPr/>
    </dgm:pt>
    <dgm:pt modelId="{51815A61-3884-4BF2-A289-EA1708E83062}" type="pres">
      <dgm:prSet presAssocID="{2737C386-4300-4013-BA9B-62F0A757EF3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E1BC00A-D87E-4FED-B556-4DC440B3F018}" type="presOf" srcId="{641D10DB-2750-46DB-84F1-62F1D64DDFD7}" destId="{0A3CD353-911A-4501-8FED-D7B9362EE899}" srcOrd="0" destOrd="0" presId="urn:microsoft.com/office/officeart/2018/2/layout/IconVerticalSolidList"/>
    <dgm:cxn modelId="{D47C2017-8351-4970-A93B-9ED1F1C6334F}" type="presOf" srcId="{28ABC3F1-8716-4C3E-A968-6F05C1CA45FF}" destId="{25336405-9B5C-4F72-8C86-DD66B8FB0E7F}" srcOrd="0" destOrd="0" presId="urn:microsoft.com/office/officeart/2018/2/layout/IconVerticalSolidList"/>
    <dgm:cxn modelId="{CF0D3B35-186E-44B6-8366-1C0E09A76A26}" type="presOf" srcId="{2737C386-4300-4013-BA9B-62F0A757EF3A}" destId="{51815A61-3884-4BF2-A289-EA1708E83062}" srcOrd="0" destOrd="0" presId="urn:microsoft.com/office/officeart/2018/2/layout/IconVerticalSolidList"/>
    <dgm:cxn modelId="{D7022D37-A99A-4AE5-AC54-4B817CEBD6D9}" srcId="{72BBD1EE-ECA9-4871-AECB-F6E4ACF6ECB4}" destId="{641D10DB-2750-46DB-84F1-62F1D64DDFD7}" srcOrd="0" destOrd="0" parTransId="{0C529438-ECC5-468F-A4A9-7EAD6FF5648B}" sibTransId="{544142ED-3F30-4109-8786-FE7E53B73513}"/>
    <dgm:cxn modelId="{5AEC7A3E-728F-4E52-826B-C4F4AB8C9CD4}" type="presOf" srcId="{B8BECB9A-11B8-4A01-8EE7-5ABC9C567E6E}" destId="{3ADF7405-48B7-418F-B376-095C86B1592F}" srcOrd="0" destOrd="0" presId="urn:microsoft.com/office/officeart/2018/2/layout/IconVerticalSolidList"/>
    <dgm:cxn modelId="{23FED4A3-6C04-47C5-91F4-308E140172F7}" srcId="{72BBD1EE-ECA9-4871-AECB-F6E4ACF6ECB4}" destId="{B8BECB9A-11B8-4A01-8EE7-5ABC9C567E6E}" srcOrd="2" destOrd="0" parTransId="{29DFD1BF-8AF9-4E6A-AD76-4DD290845C84}" sibTransId="{D16CA042-103C-437D-BB8F-EB44621CFC99}"/>
    <dgm:cxn modelId="{2EA99BA8-E73C-4C5D-AC45-2EA4375ADC45}" srcId="{72BBD1EE-ECA9-4871-AECB-F6E4ACF6ECB4}" destId="{2737C386-4300-4013-BA9B-62F0A757EF3A}" srcOrd="3" destOrd="0" parTransId="{6FD403E3-B0F7-4475-9E21-5342F2449363}" sibTransId="{2D4C11ED-DE51-43EE-A9CA-010590A34A77}"/>
    <dgm:cxn modelId="{9E00F8C8-190E-4186-B2C0-7BFF66E070CD}" type="presOf" srcId="{72BBD1EE-ECA9-4871-AECB-F6E4ACF6ECB4}" destId="{D43B35DC-65A1-4B82-8168-57D0DA80872E}" srcOrd="0" destOrd="0" presId="urn:microsoft.com/office/officeart/2018/2/layout/IconVerticalSolidList"/>
    <dgm:cxn modelId="{6E04DDFC-95D9-4D3E-9A01-2C212EDDC54A}" srcId="{72BBD1EE-ECA9-4871-AECB-F6E4ACF6ECB4}" destId="{28ABC3F1-8716-4C3E-A968-6F05C1CA45FF}" srcOrd="1" destOrd="0" parTransId="{FB190E68-CA9B-4C3A-8E87-30058FD8F889}" sibTransId="{99BF6DE8-A816-469D-A12B-1688D10C185B}"/>
    <dgm:cxn modelId="{5E066A9B-0DA5-4519-9DE1-6C8594223543}" type="presParOf" srcId="{D43B35DC-65A1-4B82-8168-57D0DA80872E}" destId="{84653AD9-1A73-465E-A0E8-65CB1FEB036F}" srcOrd="0" destOrd="0" presId="urn:microsoft.com/office/officeart/2018/2/layout/IconVerticalSolidList"/>
    <dgm:cxn modelId="{6BC71F8B-BB29-4D54-BB13-BA6BFC28DF6A}" type="presParOf" srcId="{84653AD9-1A73-465E-A0E8-65CB1FEB036F}" destId="{BD32749C-EDDD-4895-ACCB-EC56B3102498}" srcOrd="0" destOrd="0" presId="urn:microsoft.com/office/officeart/2018/2/layout/IconVerticalSolidList"/>
    <dgm:cxn modelId="{607314E2-B592-4C86-A4B2-852280F2939C}" type="presParOf" srcId="{84653AD9-1A73-465E-A0E8-65CB1FEB036F}" destId="{E74A3433-15BB-403E-9332-6FF228C5F39F}" srcOrd="1" destOrd="0" presId="urn:microsoft.com/office/officeart/2018/2/layout/IconVerticalSolidList"/>
    <dgm:cxn modelId="{DD0D86A6-01B1-4148-AB7B-C7FCA167B009}" type="presParOf" srcId="{84653AD9-1A73-465E-A0E8-65CB1FEB036F}" destId="{8AA7AF87-1AE4-41E0-8B72-5011AFA04B83}" srcOrd="2" destOrd="0" presId="urn:microsoft.com/office/officeart/2018/2/layout/IconVerticalSolidList"/>
    <dgm:cxn modelId="{A36E7D05-B930-4C2E-8B15-E585E6DC43D2}" type="presParOf" srcId="{84653AD9-1A73-465E-A0E8-65CB1FEB036F}" destId="{0A3CD353-911A-4501-8FED-D7B9362EE899}" srcOrd="3" destOrd="0" presId="urn:microsoft.com/office/officeart/2018/2/layout/IconVerticalSolidList"/>
    <dgm:cxn modelId="{4A7BBBDC-29FC-4835-8752-B0BB42F4DDE3}" type="presParOf" srcId="{D43B35DC-65A1-4B82-8168-57D0DA80872E}" destId="{527215AC-60FF-42A0-9DE9-EC69CD9B2B9B}" srcOrd="1" destOrd="0" presId="urn:microsoft.com/office/officeart/2018/2/layout/IconVerticalSolidList"/>
    <dgm:cxn modelId="{A77CF8A6-A791-4B7F-8133-CCBAC1D15A15}" type="presParOf" srcId="{D43B35DC-65A1-4B82-8168-57D0DA80872E}" destId="{E4C76025-B6BF-4694-B89E-794D3D723E16}" srcOrd="2" destOrd="0" presId="urn:microsoft.com/office/officeart/2018/2/layout/IconVerticalSolidList"/>
    <dgm:cxn modelId="{76164E55-545F-40D0-A223-5C13AF66C164}" type="presParOf" srcId="{E4C76025-B6BF-4694-B89E-794D3D723E16}" destId="{037A9AFA-5D50-45F7-AC4B-A857C7933BE8}" srcOrd="0" destOrd="0" presId="urn:microsoft.com/office/officeart/2018/2/layout/IconVerticalSolidList"/>
    <dgm:cxn modelId="{62EB02C4-EC0A-4104-B9B6-134C196E5A38}" type="presParOf" srcId="{E4C76025-B6BF-4694-B89E-794D3D723E16}" destId="{1FA9F5EB-9B3A-496A-B559-646D995EF878}" srcOrd="1" destOrd="0" presId="urn:microsoft.com/office/officeart/2018/2/layout/IconVerticalSolidList"/>
    <dgm:cxn modelId="{05D654D2-3C28-4733-AEC7-2E098782155A}" type="presParOf" srcId="{E4C76025-B6BF-4694-B89E-794D3D723E16}" destId="{7C8625C5-7AB8-48CE-818C-DAC2CE575F46}" srcOrd="2" destOrd="0" presId="urn:microsoft.com/office/officeart/2018/2/layout/IconVerticalSolidList"/>
    <dgm:cxn modelId="{6538E9C9-80A8-4B67-9D3C-BFCFC4692E6F}" type="presParOf" srcId="{E4C76025-B6BF-4694-B89E-794D3D723E16}" destId="{25336405-9B5C-4F72-8C86-DD66B8FB0E7F}" srcOrd="3" destOrd="0" presId="urn:microsoft.com/office/officeart/2018/2/layout/IconVerticalSolidList"/>
    <dgm:cxn modelId="{86CF8A14-6DA4-45B5-BE36-C77F6D47201E}" type="presParOf" srcId="{D43B35DC-65A1-4B82-8168-57D0DA80872E}" destId="{F905892E-27F4-4D21-A4AD-917F5B209210}" srcOrd="3" destOrd="0" presId="urn:microsoft.com/office/officeart/2018/2/layout/IconVerticalSolidList"/>
    <dgm:cxn modelId="{59D639E2-9C9E-4892-9BFE-229C390456D7}" type="presParOf" srcId="{D43B35DC-65A1-4B82-8168-57D0DA80872E}" destId="{EBBB2756-182D-4342-84CB-AAF09F66B0A2}" srcOrd="4" destOrd="0" presId="urn:microsoft.com/office/officeart/2018/2/layout/IconVerticalSolidList"/>
    <dgm:cxn modelId="{9C2690D1-5B49-4A49-972A-689E98F39496}" type="presParOf" srcId="{EBBB2756-182D-4342-84CB-AAF09F66B0A2}" destId="{5A8FC886-DE14-4A63-A5CB-6B3E7CF4D542}" srcOrd="0" destOrd="0" presId="urn:microsoft.com/office/officeart/2018/2/layout/IconVerticalSolidList"/>
    <dgm:cxn modelId="{ACA3674D-B1BB-48B6-A20A-072FB28E815C}" type="presParOf" srcId="{EBBB2756-182D-4342-84CB-AAF09F66B0A2}" destId="{8131B015-837F-4426-B6DC-B10A7530A4A6}" srcOrd="1" destOrd="0" presId="urn:microsoft.com/office/officeart/2018/2/layout/IconVerticalSolidList"/>
    <dgm:cxn modelId="{C78908F6-15FB-4093-97B0-DD08257E25A2}" type="presParOf" srcId="{EBBB2756-182D-4342-84CB-AAF09F66B0A2}" destId="{6EC49F88-B342-49A7-B39B-ECB4B9990BFE}" srcOrd="2" destOrd="0" presId="urn:microsoft.com/office/officeart/2018/2/layout/IconVerticalSolidList"/>
    <dgm:cxn modelId="{D78E371C-45D2-43D7-B825-3D8A7B7C8A74}" type="presParOf" srcId="{EBBB2756-182D-4342-84CB-AAF09F66B0A2}" destId="{3ADF7405-48B7-418F-B376-095C86B1592F}" srcOrd="3" destOrd="0" presId="urn:microsoft.com/office/officeart/2018/2/layout/IconVerticalSolidList"/>
    <dgm:cxn modelId="{00DBC956-B0DF-4AF6-B325-6E8F9AC7FABC}" type="presParOf" srcId="{D43B35DC-65A1-4B82-8168-57D0DA80872E}" destId="{0A0FE6A5-B971-4DAD-B448-0EE49350189D}" srcOrd="5" destOrd="0" presId="urn:microsoft.com/office/officeart/2018/2/layout/IconVerticalSolidList"/>
    <dgm:cxn modelId="{9015FFBC-8105-4FF7-AE77-C79530DD86DD}" type="presParOf" srcId="{D43B35DC-65A1-4B82-8168-57D0DA80872E}" destId="{58445C37-585B-48E0-B902-3D2DA28B9B21}" srcOrd="6" destOrd="0" presId="urn:microsoft.com/office/officeart/2018/2/layout/IconVerticalSolidList"/>
    <dgm:cxn modelId="{00B30494-0C7E-446E-850F-1BDD14DDDEA4}" type="presParOf" srcId="{58445C37-585B-48E0-B902-3D2DA28B9B21}" destId="{E98B0300-5186-4F89-8CA1-11CA4EB0AB98}" srcOrd="0" destOrd="0" presId="urn:microsoft.com/office/officeart/2018/2/layout/IconVerticalSolidList"/>
    <dgm:cxn modelId="{84CB776E-4972-4B5A-AF4B-85D52A39FE1D}" type="presParOf" srcId="{58445C37-585B-48E0-B902-3D2DA28B9B21}" destId="{6AF4DB5D-4A1D-4A34-B065-E094956301DD}" srcOrd="1" destOrd="0" presId="urn:microsoft.com/office/officeart/2018/2/layout/IconVerticalSolidList"/>
    <dgm:cxn modelId="{4E127A85-1467-4650-AD02-0A9CDEA59FC6}" type="presParOf" srcId="{58445C37-585B-48E0-B902-3D2DA28B9B21}" destId="{CA4B53DE-896E-4B47-B287-3555FBDFD26C}" srcOrd="2" destOrd="0" presId="urn:microsoft.com/office/officeart/2018/2/layout/IconVerticalSolidList"/>
    <dgm:cxn modelId="{F686C7F2-213D-42C5-AC9C-134514746A9D}" type="presParOf" srcId="{58445C37-585B-48E0-B902-3D2DA28B9B21}" destId="{51815A61-3884-4BF2-A289-EA1708E830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005276-4328-4910-AABD-A85C5505499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D6B7A2-0F71-4C3D-84FA-694CC87975A6}">
      <dgm:prSet/>
      <dgm:spPr/>
      <dgm:t>
        <a:bodyPr/>
        <a:lstStyle/>
        <a:p>
          <a:r>
            <a:rPr lang="en-US"/>
            <a:t>Install Axios using npm or yarn.</a:t>
          </a:r>
        </a:p>
      </dgm:t>
    </dgm:pt>
    <dgm:pt modelId="{D51C0D82-DD6B-454D-994C-34DFDF2E0FE1}" type="parTrans" cxnId="{A5AD9FD1-B532-47AB-9057-EE2DABBFA9E8}">
      <dgm:prSet/>
      <dgm:spPr/>
      <dgm:t>
        <a:bodyPr/>
        <a:lstStyle/>
        <a:p>
          <a:endParaRPr lang="en-US"/>
        </a:p>
      </dgm:t>
    </dgm:pt>
    <dgm:pt modelId="{0446FA29-84D9-4A25-839F-9ED43AEEAA97}" type="sibTrans" cxnId="{A5AD9FD1-B532-47AB-9057-EE2DABBFA9E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6D8AFA9-9A1B-4FCF-8B7F-239896DF790A}">
      <dgm:prSet/>
      <dgm:spPr/>
      <dgm:t>
        <a:bodyPr/>
        <a:lstStyle/>
        <a:p>
          <a:r>
            <a:rPr lang="en-US"/>
            <a:t>Use axios.get() to fetch data.</a:t>
          </a:r>
        </a:p>
      </dgm:t>
    </dgm:pt>
    <dgm:pt modelId="{95B07527-9DEC-41B7-8587-F287A4FC285A}" type="parTrans" cxnId="{6C077D15-001D-40BF-BD83-1FD4F17A0B4F}">
      <dgm:prSet/>
      <dgm:spPr/>
      <dgm:t>
        <a:bodyPr/>
        <a:lstStyle/>
        <a:p>
          <a:endParaRPr lang="en-US"/>
        </a:p>
      </dgm:t>
    </dgm:pt>
    <dgm:pt modelId="{53B79215-A47C-418E-876C-455048FFF7DA}" type="sibTrans" cxnId="{6C077D15-001D-40BF-BD83-1FD4F17A0B4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F4E9D63-3C9F-44EC-8F27-88EA262CC662}">
      <dgm:prSet/>
      <dgm:spPr/>
      <dgm:t>
        <a:bodyPr/>
        <a:lstStyle/>
        <a:p>
          <a:r>
            <a:rPr lang="en-US"/>
            <a:t>Use axios.post() to send data.</a:t>
          </a:r>
        </a:p>
      </dgm:t>
    </dgm:pt>
    <dgm:pt modelId="{97D28ACF-B884-49E7-8F76-FC9A6A20EEE1}" type="parTrans" cxnId="{A5CB2F39-BA45-438D-8631-3526D933C98A}">
      <dgm:prSet/>
      <dgm:spPr/>
      <dgm:t>
        <a:bodyPr/>
        <a:lstStyle/>
        <a:p>
          <a:endParaRPr lang="en-US"/>
        </a:p>
      </dgm:t>
    </dgm:pt>
    <dgm:pt modelId="{4AF56923-5DE3-4175-8119-DFDE193FB4C2}" type="sibTrans" cxnId="{A5CB2F39-BA45-438D-8631-3526D933C98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D696F49-C0F4-44CF-BF52-A88AEB5B9969}" type="pres">
      <dgm:prSet presAssocID="{FA005276-4328-4910-AABD-A85C5505499C}" presName="Name0" presStyleCnt="0">
        <dgm:presLayoutVars>
          <dgm:animLvl val="lvl"/>
          <dgm:resizeHandles val="exact"/>
        </dgm:presLayoutVars>
      </dgm:prSet>
      <dgm:spPr/>
    </dgm:pt>
    <dgm:pt modelId="{88C2AEE1-1368-4D09-9D12-0C60A76A1234}" type="pres">
      <dgm:prSet presAssocID="{2AD6B7A2-0F71-4C3D-84FA-694CC87975A6}" presName="compositeNode" presStyleCnt="0">
        <dgm:presLayoutVars>
          <dgm:bulletEnabled val="1"/>
        </dgm:presLayoutVars>
      </dgm:prSet>
      <dgm:spPr/>
    </dgm:pt>
    <dgm:pt modelId="{AD4219C9-8804-4259-80F1-96DA86C5E89A}" type="pres">
      <dgm:prSet presAssocID="{2AD6B7A2-0F71-4C3D-84FA-694CC87975A6}" presName="bgRect" presStyleLbl="bgAccFollowNode1" presStyleIdx="0" presStyleCnt="3"/>
      <dgm:spPr/>
    </dgm:pt>
    <dgm:pt modelId="{CB74F7AB-78C8-42EA-8A9A-CBF5C815A8AF}" type="pres">
      <dgm:prSet presAssocID="{0446FA29-84D9-4A25-839F-9ED43AEEAA97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531DE65F-370E-48F3-8F5E-0E857745DD4D}" type="pres">
      <dgm:prSet presAssocID="{2AD6B7A2-0F71-4C3D-84FA-694CC87975A6}" presName="bottomLine" presStyleLbl="alignNode1" presStyleIdx="1" presStyleCnt="6">
        <dgm:presLayoutVars/>
      </dgm:prSet>
      <dgm:spPr/>
    </dgm:pt>
    <dgm:pt modelId="{C4BBAF48-9360-4D3D-8736-CF8CF0506EF6}" type="pres">
      <dgm:prSet presAssocID="{2AD6B7A2-0F71-4C3D-84FA-694CC87975A6}" presName="nodeText" presStyleLbl="bgAccFollowNode1" presStyleIdx="0" presStyleCnt="3">
        <dgm:presLayoutVars>
          <dgm:bulletEnabled val="1"/>
        </dgm:presLayoutVars>
      </dgm:prSet>
      <dgm:spPr/>
    </dgm:pt>
    <dgm:pt modelId="{89DA9786-7FBC-400D-9175-2C2A9E794D87}" type="pres">
      <dgm:prSet presAssocID="{0446FA29-84D9-4A25-839F-9ED43AEEAA97}" presName="sibTrans" presStyleCnt="0"/>
      <dgm:spPr/>
    </dgm:pt>
    <dgm:pt modelId="{FAF6B3D3-311C-4995-BB60-6E46E9D527AE}" type="pres">
      <dgm:prSet presAssocID="{06D8AFA9-9A1B-4FCF-8B7F-239896DF790A}" presName="compositeNode" presStyleCnt="0">
        <dgm:presLayoutVars>
          <dgm:bulletEnabled val="1"/>
        </dgm:presLayoutVars>
      </dgm:prSet>
      <dgm:spPr/>
    </dgm:pt>
    <dgm:pt modelId="{5D86DCE1-8771-485A-A06C-A6840C782D37}" type="pres">
      <dgm:prSet presAssocID="{06D8AFA9-9A1B-4FCF-8B7F-239896DF790A}" presName="bgRect" presStyleLbl="bgAccFollowNode1" presStyleIdx="1" presStyleCnt="3"/>
      <dgm:spPr/>
    </dgm:pt>
    <dgm:pt modelId="{1A4BA487-3B95-4E1D-88CA-4A43DEB8AD5A}" type="pres">
      <dgm:prSet presAssocID="{53B79215-A47C-418E-876C-455048FFF7DA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9E93B922-2E36-4DA8-A129-3FC833F6E9E2}" type="pres">
      <dgm:prSet presAssocID="{06D8AFA9-9A1B-4FCF-8B7F-239896DF790A}" presName="bottomLine" presStyleLbl="alignNode1" presStyleIdx="3" presStyleCnt="6">
        <dgm:presLayoutVars/>
      </dgm:prSet>
      <dgm:spPr/>
    </dgm:pt>
    <dgm:pt modelId="{B27E65BC-8AB9-49EB-9454-CAB693EE99F8}" type="pres">
      <dgm:prSet presAssocID="{06D8AFA9-9A1B-4FCF-8B7F-239896DF790A}" presName="nodeText" presStyleLbl="bgAccFollowNode1" presStyleIdx="1" presStyleCnt="3">
        <dgm:presLayoutVars>
          <dgm:bulletEnabled val="1"/>
        </dgm:presLayoutVars>
      </dgm:prSet>
      <dgm:spPr/>
    </dgm:pt>
    <dgm:pt modelId="{455CB016-4EC6-4544-A544-C114C8909914}" type="pres">
      <dgm:prSet presAssocID="{53B79215-A47C-418E-876C-455048FFF7DA}" presName="sibTrans" presStyleCnt="0"/>
      <dgm:spPr/>
    </dgm:pt>
    <dgm:pt modelId="{41788EAC-9F10-4162-8A60-B70239B888E5}" type="pres">
      <dgm:prSet presAssocID="{8F4E9D63-3C9F-44EC-8F27-88EA262CC662}" presName="compositeNode" presStyleCnt="0">
        <dgm:presLayoutVars>
          <dgm:bulletEnabled val="1"/>
        </dgm:presLayoutVars>
      </dgm:prSet>
      <dgm:spPr/>
    </dgm:pt>
    <dgm:pt modelId="{A988D433-62D4-4836-A994-2739980C0421}" type="pres">
      <dgm:prSet presAssocID="{8F4E9D63-3C9F-44EC-8F27-88EA262CC662}" presName="bgRect" presStyleLbl="bgAccFollowNode1" presStyleIdx="2" presStyleCnt="3"/>
      <dgm:spPr/>
    </dgm:pt>
    <dgm:pt modelId="{71E33FF8-5C6B-4B7F-8499-8C95D46EC946}" type="pres">
      <dgm:prSet presAssocID="{4AF56923-5DE3-4175-8119-DFDE193FB4C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5DE392E0-AB8E-499D-A6DF-F3B1BF24F2AF}" type="pres">
      <dgm:prSet presAssocID="{8F4E9D63-3C9F-44EC-8F27-88EA262CC662}" presName="bottomLine" presStyleLbl="alignNode1" presStyleIdx="5" presStyleCnt="6">
        <dgm:presLayoutVars/>
      </dgm:prSet>
      <dgm:spPr/>
    </dgm:pt>
    <dgm:pt modelId="{EE5FF39C-9094-4C25-B8BC-93F122BF9F46}" type="pres">
      <dgm:prSet presAssocID="{8F4E9D63-3C9F-44EC-8F27-88EA262CC662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6C077D15-001D-40BF-BD83-1FD4F17A0B4F}" srcId="{FA005276-4328-4910-AABD-A85C5505499C}" destId="{06D8AFA9-9A1B-4FCF-8B7F-239896DF790A}" srcOrd="1" destOrd="0" parTransId="{95B07527-9DEC-41B7-8587-F287A4FC285A}" sibTransId="{53B79215-A47C-418E-876C-455048FFF7DA}"/>
    <dgm:cxn modelId="{0BCC441C-8DAC-45D4-BE40-2CFCC73C4C23}" type="presOf" srcId="{FA005276-4328-4910-AABD-A85C5505499C}" destId="{2D696F49-C0F4-44CF-BF52-A88AEB5B9969}" srcOrd="0" destOrd="0" presId="urn:microsoft.com/office/officeart/2016/7/layout/BasicLinearProcessNumbered"/>
    <dgm:cxn modelId="{13F58133-4EF1-4130-B0B3-A776EFD467DD}" type="presOf" srcId="{53B79215-A47C-418E-876C-455048FFF7DA}" destId="{1A4BA487-3B95-4E1D-88CA-4A43DEB8AD5A}" srcOrd="0" destOrd="0" presId="urn:microsoft.com/office/officeart/2016/7/layout/BasicLinearProcessNumbered"/>
    <dgm:cxn modelId="{A5CB2F39-BA45-438D-8631-3526D933C98A}" srcId="{FA005276-4328-4910-AABD-A85C5505499C}" destId="{8F4E9D63-3C9F-44EC-8F27-88EA262CC662}" srcOrd="2" destOrd="0" parTransId="{97D28ACF-B884-49E7-8F76-FC9A6A20EEE1}" sibTransId="{4AF56923-5DE3-4175-8119-DFDE193FB4C2}"/>
    <dgm:cxn modelId="{2440D85E-26CF-4886-B50E-0593902283D7}" type="presOf" srcId="{0446FA29-84D9-4A25-839F-9ED43AEEAA97}" destId="{CB74F7AB-78C8-42EA-8A9A-CBF5C815A8AF}" srcOrd="0" destOrd="0" presId="urn:microsoft.com/office/officeart/2016/7/layout/BasicLinearProcessNumbered"/>
    <dgm:cxn modelId="{BFC0B643-FDDF-4838-900A-7288C649E79E}" type="presOf" srcId="{4AF56923-5DE3-4175-8119-DFDE193FB4C2}" destId="{71E33FF8-5C6B-4B7F-8499-8C95D46EC946}" srcOrd="0" destOrd="0" presId="urn:microsoft.com/office/officeart/2016/7/layout/BasicLinearProcessNumbered"/>
    <dgm:cxn modelId="{307D3B47-27B0-417E-858F-5F952B1E569A}" type="presOf" srcId="{8F4E9D63-3C9F-44EC-8F27-88EA262CC662}" destId="{A988D433-62D4-4836-A994-2739980C0421}" srcOrd="0" destOrd="0" presId="urn:microsoft.com/office/officeart/2016/7/layout/BasicLinearProcessNumbered"/>
    <dgm:cxn modelId="{865D734A-5D60-4B90-9BAF-8EFF5C4F49F8}" type="presOf" srcId="{06D8AFA9-9A1B-4FCF-8B7F-239896DF790A}" destId="{B27E65BC-8AB9-49EB-9454-CAB693EE99F8}" srcOrd="1" destOrd="0" presId="urn:microsoft.com/office/officeart/2016/7/layout/BasicLinearProcessNumbered"/>
    <dgm:cxn modelId="{0230294F-CF8C-420F-8F47-B9D347ABD2C3}" type="presOf" srcId="{2AD6B7A2-0F71-4C3D-84FA-694CC87975A6}" destId="{C4BBAF48-9360-4D3D-8736-CF8CF0506EF6}" srcOrd="1" destOrd="0" presId="urn:microsoft.com/office/officeart/2016/7/layout/BasicLinearProcessNumbered"/>
    <dgm:cxn modelId="{B343FD91-CF8A-4120-BCEC-AE41A36E952F}" type="presOf" srcId="{06D8AFA9-9A1B-4FCF-8B7F-239896DF790A}" destId="{5D86DCE1-8771-485A-A06C-A6840C782D37}" srcOrd="0" destOrd="0" presId="urn:microsoft.com/office/officeart/2016/7/layout/BasicLinearProcessNumbered"/>
    <dgm:cxn modelId="{E0F47AA0-3241-44E1-A198-16F1C2CFD77A}" type="presOf" srcId="{8F4E9D63-3C9F-44EC-8F27-88EA262CC662}" destId="{EE5FF39C-9094-4C25-B8BC-93F122BF9F46}" srcOrd="1" destOrd="0" presId="urn:microsoft.com/office/officeart/2016/7/layout/BasicLinearProcessNumbered"/>
    <dgm:cxn modelId="{A5AD9FD1-B532-47AB-9057-EE2DABBFA9E8}" srcId="{FA005276-4328-4910-AABD-A85C5505499C}" destId="{2AD6B7A2-0F71-4C3D-84FA-694CC87975A6}" srcOrd="0" destOrd="0" parTransId="{D51C0D82-DD6B-454D-994C-34DFDF2E0FE1}" sibTransId="{0446FA29-84D9-4A25-839F-9ED43AEEAA97}"/>
    <dgm:cxn modelId="{E96144D2-927C-4478-9EA8-74EF25021E83}" type="presOf" srcId="{2AD6B7A2-0F71-4C3D-84FA-694CC87975A6}" destId="{AD4219C9-8804-4259-80F1-96DA86C5E89A}" srcOrd="0" destOrd="0" presId="urn:microsoft.com/office/officeart/2016/7/layout/BasicLinearProcessNumbered"/>
    <dgm:cxn modelId="{2108E2CF-713C-46B4-8EE4-721B072194F9}" type="presParOf" srcId="{2D696F49-C0F4-44CF-BF52-A88AEB5B9969}" destId="{88C2AEE1-1368-4D09-9D12-0C60A76A1234}" srcOrd="0" destOrd="0" presId="urn:microsoft.com/office/officeart/2016/7/layout/BasicLinearProcessNumbered"/>
    <dgm:cxn modelId="{C4A975FB-FBAC-45C6-B24F-2EF49216A904}" type="presParOf" srcId="{88C2AEE1-1368-4D09-9D12-0C60A76A1234}" destId="{AD4219C9-8804-4259-80F1-96DA86C5E89A}" srcOrd="0" destOrd="0" presId="urn:microsoft.com/office/officeart/2016/7/layout/BasicLinearProcessNumbered"/>
    <dgm:cxn modelId="{CD9E214E-637A-48B8-B24D-89AEDF54BBB3}" type="presParOf" srcId="{88C2AEE1-1368-4D09-9D12-0C60A76A1234}" destId="{CB74F7AB-78C8-42EA-8A9A-CBF5C815A8AF}" srcOrd="1" destOrd="0" presId="urn:microsoft.com/office/officeart/2016/7/layout/BasicLinearProcessNumbered"/>
    <dgm:cxn modelId="{70AD33F6-32DB-4F16-B50F-CB9D1C31C850}" type="presParOf" srcId="{88C2AEE1-1368-4D09-9D12-0C60A76A1234}" destId="{531DE65F-370E-48F3-8F5E-0E857745DD4D}" srcOrd="2" destOrd="0" presId="urn:microsoft.com/office/officeart/2016/7/layout/BasicLinearProcessNumbered"/>
    <dgm:cxn modelId="{E8E21027-BC10-4036-B6D7-D08E90E2BFC8}" type="presParOf" srcId="{88C2AEE1-1368-4D09-9D12-0C60A76A1234}" destId="{C4BBAF48-9360-4D3D-8736-CF8CF0506EF6}" srcOrd="3" destOrd="0" presId="urn:microsoft.com/office/officeart/2016/7/layout/BasicLinearProcessNumbered"/>
    <dgm:cxn modelId="{6C03AB7C-236D-424C-B197-0C238133E950}" type="presParOf" srcId="{2D696F49-C0F4-44CF-BF52-A88AEB5B9969}" destId="{89DA9786-7FBC-400D-9175-2C2A9E794D87}" srcOrd="1" destOrd="0" presId="urn:microsoft.com/office/officeart/2016/7/layout/BasicLinearProcessNumbered"/>
    <dgm:cxn modelId="{523DFBA3-24D9-42F6-9A22-5F0BDE793648}" type="presParOf" srcId="{2D696F49-C0F4-44CF-BF52-A88AEB5B9969}" destId="{FAF6B3D3-311C-4995-BB60-6E46E9D527AE}" srcOrd="2" destOrd="0" presId="urn:microsoft.com/office/officeart/2016/7/layout/BasicLinearProcessNumbered"/>
    <dgm:cxn modelId="{DDC53330-41E8-4636-B34A-01610FAB6B4B}" type="presParOf" srcId="{FAF6B3D3-311C-4995-BB60-6E46E9D527AE}" destId="{5D86DCE1-8771-485A-A06C-A6840C782D37}" srcOrd="0" destOrd="0" presId="urn:microsoft.com/office/officeart/2016/7/layout/BasicLinearProcessNumbered"/>
    <dgm:cxn modelId="{84386672-9D85-4B2D-89A0-78C71B5A5633}" type="presParOf" srcId="{FAF6B3D3-311C-4995-BB60-6E46E9D527AE}" destId="{1A4BA487-3B95-4E1D-88CA-4A43DEB8AD5A}" srcOrd="1" destOrd="0" presId="urn:microsoft.com/office/officeart/2016/7/layout/BasicLinearProcessNumbered"/>
    <dgm:cxn modelId="{CF8EEFBE-FF77-4BED-AA6B-3B3108B72259}" type="presParOf" srcId="{FAF6B3D3-311C-4995-BB60-6E46E9D527AE}" destId="{9E93B922-2E36-4DA8-A129-3FC833F6E9E2}" srcOrd="2" destOrd="0" presId="urn:microsoft.com/office/officeart/2016/7/layout/BasicLinearProcessNumbered"/>
    <dgm:cxn modelId="{F6B0135C-B4CE-4461-B43B-AECD69598189}" type="presParOf" srcId="{FAF6B3D3-311C-4995-BB60-6E46E9D527AE}" destId="{B27E65BC-8AB9-49EB-9454-CAB693EE99F8}" srcOrd="3" destOrd="0" presId="urn:microsoft.com/office/officeart/2016/7/layout/BasicLinearProcessNumbered"/>
    <dgm:cxn modelId="{9E959CEE-96BE-40BA-8965-52BC5A22C1CE}" type="presParOf" srcId="{2D696F49-C0F4-44CF-BF52-A88AEB5B9969}" destId="{455CB016-4EC6-4544-A544-C114C8909914}" srcOrd="3" destOrd="0" presId="urn:microsoft.com/office/officeart/2016/7/layout/BasicLinearProcessNumbered"/>
    <dgm:cxn modelId="{80EFAA84-A0DF-4D8E-BC5F-457773A1FB1F}" type="presParOf" srcId="{2D696F49-C0F4-44CF-BF52-A88AEB5B9969}" destId="{41788EAC-9F10-4162-8A60-B70239B888E5}" srcOrd="4" destOrd="0" presId="urn:microsoft.com/office/officeart/2016/7/layout/BasicLinearProcessNumbered"/>
    <dgm:cxn modelId="{17E524EF-18E6-41BC-B112-DCD1D47A0B6D}" type="presParOf" srcId="{41788EAC-9F10-4162-8A60-B70239B888E5}" destId="{A988D433-62D4-4836-A994-2739980C0421}" srcOrd="0" destOrd="0" presId="urn:microsoft.com/office/officeart/2016/7/layout/BasicLinearProcessNumbered"/>
    <dgm:cxn modelId="{4404BD97-AEA2-41BB-B62E-D4FBD0555259}" type="presParOf" srcId="{41788EAC-9F10-4162-8A60-B70239B888E5}" destId="{71E33FF8-5C6B-4B7F-8499-8C95D46EC946}" srcOrd="1" destOrd="0" presId="urn:microsoft.com/office/officeart/2016/7/layout/BasicLinearProcessNumbered"/>
    <dgm:cxn modelId="{8ABE943E-AA8E-45AF-B42B-D8C4595C1F81}" type="presParOf" srcId="{41788EAC-9F10-4162-8A60-B70239B888E5}" destId="{5DE392E0-AB8E-499D-A6DF-F3B1BF24F2AF}" srcOrd="2" destOrd="0" presId="urn:microsoft.com/office/officeart/2016/7/layout/BasicLinearProcessNumbered"/>
    <dgm:cxn modelId="{E7FF64E6-F46F-4AF1-A36D-6C53FD486C1A}" type="presParOf" srcId="{41788EAC-9F10-4162-8A60-B70239B888E5}" destId="{EE5FF39C-9094-4C25-B8BC-93F122BF9F4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22D94E-6D65-4B69-B574-38BF17B1786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689375-0F63-4F7F-A36B-FC60A7DE4B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Async/await simplifies working with promises.</a:t>
          </a:r>
        </a:p>
      </dgm:t>
    </dgm:pt>
    <dgm:pt modelId="{B98453CA-4845-4632-9F4A-17C2596F3D03}" type="parTrans" cxnId="{F1DB42E5-6E5F-4597-A56F-71EB7EADF3D2}">
      <dgm:prSet/>
      <dgm:spPr/>
      <dgm:t>
        <a:bodyPr/>
        <a:lstStyle/>
        <a:p>
          <a:endParaRPr lang="en-US"/>
        </a:p>
      </dgm:t>
    </dgm:pt>
    <dgm:pt modelId="{FDC77AAE-BAB4-4401-A81B-8EF1C8680DB7}" type="sibTrans" cxnId="{F1DB42E5-6E5F-4597-A56F-71EB7EADF3D2}">
      <dgm:prSet/>
      <dgm:spPr/>
      <dgm:t>
        <a:bodyPr/>
        <a:lstStyle/>
        <a:p>
          <a:endParaRPr lang="en-US"/>
        </a:p>
      </dgm:t>
    </dgm:pt>
    <dgm:pt modelId="{4C98FB37-1FB1-473A-B161-07E62AA79E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Makes asynchronous code look synchronous.</a:t>
          </a:r>
        </a:p>
      </dgm:t>
    </dgm:pt>
    <dgm:pt modelId="{F984ACEA-B515-48FE-A039-1FFD8A525044}" type="parTrans" cxnId="{D49A0E0B-9516-4868-B45F-9E8D3E724C7C}">
      <dgm:prSet/>
      <dgm:spPr/>
      <dgm:t>
        <a:bodyPr/>
        <a:lstStyle/>
        <a:p>
          <a:endParaRPr lang="en-US"/>
        </a:p>
      </dgm:t>
    </dgm:pt>
    <dgm:pt modelId="{1F7A73DF-5A77-47BF-8874-B89924835D08}" type="sibTrans" cxnId="{D49A0E0B-9516-4868-B45F-9E8D3E724C7C}">
      <dgm:prSet/>
      <dgm:spPr/>
      <dgm:t>
        <a:bodyPr/>
        <a:lstStyle/>
        <a:p>
          <a:endParaRPr lang="en-US"/>
        </a:p>
      </dgm:t>
    </dgm:pt>
    <dgm:pt modelId="{AD8AECDE-05D5-4AAB-BB57-917E443098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'async' keyword before function.</a:t>
          </a:r>
        </a:p>
      </dgm:t>
    </dgm:pt>
    <dgm:pt modelId="{D92AB73E-BE45-4AF1-8E63-B1DDC46B24B2}" type="parTrans" cxnId="{E328899E-87FF-415E-91FD-C7A0EFB8F53F}">
      <dgm:prSet/>
      <dgm:spPr/>
      <dgm:t>
        <a:bodyPr/>
        <a:lstStyle/>
        <a:p>
          <a:endParaRPr lang="en-US"/>
        </a:p>
      </dgm:t>
    </dgm:pt>
    <dgm:pt modelId="{4DAC9937-758B-44B8-B051-32E394377800}" type="sibTrans" cxnId="{E328899E-87FF-415E-91FD-C7A0EFB8F53F}">
      <dgm:prSet/>
      <dgm:spPr/>
      <dgm:t>
        <a:bodyPr/>
        <a:lstStyle/>
        <a:p>
          <a:endParaRPr lang="en-US"/>
        </a:p>
      </dgm:t>
    </dgm:pt>
    <dgm:pt modelId="{23EC50D3-F4C2-4AD8-BA00-8864BA7FF5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'await' to pause until promise resolves.</a:t>
          </a:r>
        </a:p>
      </dgm:t>
    </dgm:pt>
    <dgm:pt modelId="{716374EC-E52D-47EF-9A3E-57A9798B9DDE}" type="parTrans" cxnId="{79714B65-A9CD-4B55-B83F-5E87FF1E099A}">
      <dgm:prSet/>
      <dgm:spPr/>
      <dgm:t>
        <a:bodyPr/>
        <a:lstStyle/>
        <a:p>
          <a:endParaRPr lang="en-US"/>
        </a:p>
      </dgm:t>
    </dgm:pt>
    <dgm:pt modelId="{480F1BD6-65AE-48CE-B99C-1B9D1098F244}" type="sibTrans" cxnId="{79714B65-A9CD-4B55-B83F-5E87FF1E099A}">
      <dgm:prSet/>
      <dgm:spPr/>
      <dgm:t>
        <a:bodyPr/>
        <a:lstStyle/>
        <a:p>
          <a:endParaRPr lang="en-US"/>
        </a:p>
      </dgm:t>
    </dgm:pt>
    <dgm:pt modelId="{C3BF01E6-6F9C-4DCA-BF93-3D1FCB0E1A11}" type="pres">
      <dgm:prSet presAssocID="{0C22D94E-6D65-4B69-B574-38BF17B17866}" presName="root" presStyleCnt="0">
        <dgm:presLayoutVars>
          <dgm:dir/>
          <dgm:resizeHandles val="exact"/>
        </dgm:presLayoutVars>
      </dgm:prSet>
      <dgm:spPr/>
    </dgm:pt>
    <dgm:pt modelId="{847B0377-78A3-43CB-A5B1-4739C6AD3631}" type="pres">
      <dgm:prSet presAssocID="{CC689375-0F63-4F7F-A36B-FC60A7DE4B86}" presName="compNode" presStyleCnt="0"/>
      <dgm:spPr/>
    </dgm:pt>
    <dgm:pt modelId="{4A3101C1-DD80-446E-A20E-795D03CB8B18}" type="pres">
      <dgm:prSet presAssocID="{CC689375-0F63-4F7F-A36B-FC60A7DE4B86}" presName="bgRect" presStyleLbl="bgShp" presStyleIdx="0" presStyleCnt="4"/>
      <dgm:spPr/>
    </dgm:pt>
    <dgm:pt modelId="{BB0AF4E7-D247-49DD-9F8F-013588ED252D}" type="pres">
      <dgm:prSet presAssocID="{CC689375-0F63-4F7F-A36B-FC60A7DE4B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BA05E06-A874-4515-A767-6DA276762280}" type="pres">
      <dgm:prSet presAssocID="{CC689375-0F63-4F7F-A36B-FC60A7DE4B86}" presName="spaceRect" presStyleCnt="0"/>
      <dgm:spPr/>
    </dgm:pt>
    <dgm:pt modelId="{A4AC5A24-54CF-4FC2-9A48-177FE190669E}" type="pres">
      <dgm:prSet presAssocID="{CC689375-0F63-4F7F-A36B-FC60A7DE4B86}" presName="parTx" presStyleLbl="revTx" presStyleIdx="0" presStyleCnt="4">
        <dgm:presLayoutVars>
          <dgm:chMax val="0"/>
          <dgm:chPref val="0"/>
        </dgm:presLayoutVars>
      </dgm:prSet>
      <dgm:spPr/>
    </dgm:pt>
    <dgm:pt modelId="{9EEB81B1-621E-48DE-82E9-5A33FA57DD22}" type="pres">
      <dgm:prSet presAssocID="{FDC77AAE-BAB4-4401-A81B-8EF1C8680DB7}" presName="sibTrans" presStyleCnt="0"/>
      <dgm:spPr/>
    </dgm:pt>
    <dgm:pt modelId="{39AE32B5-1595-4FFB-B923-392CA5656743}" type="pres">
      <dgm:prSet presAssocID="{4C98FB37-1FB1-473A-B161-07E62AA79E5D}" presName="compNode" presStyleCnt="0"/>
      <dgm:spPr/>
    </dgm:pt>
    <dgm:pt modelId="{CD660867-2B0A-4C39-B7D4-7520A92F1B34}" type="pres">
      <dgm:prSet presAssocID="{4C98FB37-1FB1-473A-B161-07E62AA79E5D}" presName="bgRect" presStyleLbl="bgShp" presStyleIdx="1" presStyleCnt="4"/>
      <dgm:spPr/>
    </dgm:pt>
    <dgm:pt modelId="{48CF81FD-34A5-4BAA-88D6-45BBB2BC5DAF}" type="pres">
      <dgm:prSet presAssocID="{4C98FB37-1FB1-473A-B161-07E62AA79E5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1F9A962-E240-48B4-9608-12C003E3DA9D}" type="pres">
      <dgm:prSet presAssocID="{4C98FB37-1FB1-473A-B161-07E62AA79E5D}" presName="spaceRect" presStyleCnt="0"/>
      <dgm:spPr/>
    </dgm:pt>
    <dgm:pt modelId="{FF99A739-FA02-4EA8-9771-E287D28AC6B4}" type="pres">
      <dgm:prSet presAssocID="{4C98FB37-1FB1-473A-B161-07E62AA79E5D}" presName="parTx" presStyleLbl="revTx" presStyleIdx="1" presStyleCnt="4">
        <dgm:presLayoutVars>
          <dgm:chMax val="0"/>
          <dgm:chPref val="0"/>
        </dgm:presLayoutVars>
      </dgm:prSet>
      <dgm:spPr/>
    </dgm:pt>
    <dgm:pt modelId="{626E09F1-4E4C-4040-9D22-5EB7215F993E}" type="pres">
      <dgm:prSet presAssocID="{1F7A73DF-5A77-47BF-8874-B89924835D08}" presName="sibTrans" presStyleCnt="0"/>
      <dgm:spPr/>
    </dgm:pt>
    <dgm:pt modelId="{470633E5-F0AF-4947-A2D6-F9CAB1BF92FC}" type="pres">
      <dgm:prSet presAssocID="{AD8AECDE-05D5-4AAB-BB57-917E443098D2}" presName="compNode" presStyleCnt="0"/>
      <dgm:spPr/>
    </dgm:pt>
    <dgm:pt modelId="{1AD19BD0-ED64-4724-9E8A-5F583D46841F}" type="pres">
      <dgm:prSet presAssocID="{AD8AECDE-05D5-4AAB-BB57-917E443098D2}" presName="bgRect" presStyleLbl="bgShp" presStyleIdx="2" presStyleCnt="4"/>
      <dgm:spPr/>
    </dgm:pt>
    <dgm:pt modelId="{9ACF1A92-E285-4487-8A76-2B640334352D}" type="pres">
      <dgm:prSet presAssocID="{AD8AECDE-05D5-4AAB-BB57-917E443098D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0E0AE89-486A-4628-9F9C-7702C5CD47FF}" type="pres">
      <dgm:prSet presAssocID="{AD8AECDE-05D5-4AAB-BB57-917E443098D2}" presName="spaceRect" presStyleCnt="0"/>
      <dgm:spPr/>
    </dgm:pt>
    <dgm:pt modelId="{730277AB-2283-4A6B-934C-7A8FBB0939F2}" type="pres">
      <dgm:prSet presAssocID="{AD8AECDE-05D5-4AAB-BB57-917E443098D2}" presName="parTx" presStyleLbl="revTx" presStyleIdx="2" presStyleCnt="4">
        <dgm:presLayoutVars>
          <dgm:chMax val="0"/>
          <dgm:chPref val="0"/>
        </dgm:presLayoutVars>
      </dgm:prSet>
      <dgm:spPr/>
    </dgm:pt>
    <dgm:pt modelId="{55D7A493-3EFC-4389-8B6E-333C190AC3B7}" type="pres">
      <dgm:prSet presAssocID="{4DAC9937-758B-44B8-B051-32E394377800}" presName="sibTrans" presStyleCnt="0"/>
      <dgm:spPr/>
    </dgm:pt>
    <dgm:pt modelId="{ED8245AB-1BC5-4EDE-AF60-5A4957A251DC}" type="pres">
      <dgm:prSet presAssocID="{23EC50D3-F4C2-4AD8-BA00-8864BA7FF5AD}" presName="compNode" presStyleCnt="0"/>
      <dgm:spPr/>
    </dgm:pt>
    <dgm:pt modelId="{0CE4ABD5-50BF-40DB-8118-958BA15229C4}" type="pres">
      <dgm:prSet presAssocID="{23EC50D3-F4C2-4AD8-BA00-8864BA7FF5AD}" presName="bgRect" presStyleLbl="bgShp" presStyleIdx="3" presStyleCnt="4"/>
      <dgm:spPr/>
    </dgm:pt>
    <dgm:pt modelId="{2718AD8C-961A-4236-AB91-2AD9991CF749}" type="pres">
      <dgm:prSet presAssocID="{23EC50D3-F4C2-4AD8-BA00-8864BA7FF5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use"/>
        </a:ext>
      </dgm:extLst>
    </dgm:pt>
    <dgm:pt modelId="{C8FA1564-1E82-4778-867D-1233E67E9EF0}" type="pres">
      <dgm:prSet presAssocID="{23EC50D3-F4C2-4AD8-BA00-8864BA7FF5AD}" presName="spaceRect" presStyleCnt="0"/>
      <dgm:spPr/>
    </dgm:pt>
    <dgm:pt modelId="{BEBBD31F-182F-4E80-9FA5-B6D89EF1A008}" type="pres">
      <dgm:prSet presAssocID="{23EC50D3-F4C2-4AD8-BA00-8864BA7FF5A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B158009-0ECD-4ECF-B8E6-BFD78776CB42}" type="presOf" srcId="{0C22D94E-6D65-4B69-B574-38BF17B17866}" destId="{C3BF01E6-6F9C-4DCA-BF93-3D1FCB0E1A11}" srcOrd="0" destOrd="0" presId="urn:microsoft.com/office/officeart/2018/2/layout/IconVerticalSolidList"/>
    <dgm:cxn modelId="{D49A0E0B-9516-4868-B45F-9E8D3E724C7C}" srcId="{0C22D94E-6D65-4B69-B574-38BF17B17866}" destId="{4C98FB37-1FB1-473A-B161-07E62AA79E5D}" srcOrd="1" destOrd="0" parTransId="{F984ACEA-B515-48FE-A039-1FFD8A525044}" sibTransId="{1F7A73DF-5A77-47BF-8874-B89924835D08}"/>
    <dgm:cxn modelId="{E7DA9615-5F92-41E1-8A06-BA0488AD4515}" type="presOf" srcId="{4C98FB37-1FB1-473A-B161-07E62AA79E5D}" destId="{FF99A739-FA02-4EA8-9771-E287D28AC6B4}" srcOrd="0" destOrd="0" presId="urn:microsoft.com/office/officeart/2018/2/layout/IconVerticalSolidList"/>
    <dgm:cxn modelId="{173C642F-A031-4108-A412-987EE248FCF3}" type="presOf" srcId="{AD8AECDE-05D5-4AAB-BB57-917E443098D2}" destId="{730277AB-2283-4A6B-934C-7A8FBB0939F2}" srcOrd="0" destOrd="0" presId="urn:microsoft.com/office/officeart/2018/2/layout/IconVerticalSolidList"/>
    <dgm:cxn modelId="{90D12531-0C5B-4EC8-829D-FF8FAB22E4A7}" type="presOf" srcId="{CC689375-0F63-4F7F-A36B-FC60A7DE4B86}" destId="{A4AC5A24-54CF-4FC2-9A48-177FE190669E}" srcOrd="0" destOrd="0" presId="urn:microsoft.com/office/officeart/2018/2/layout/IconVerticalSolidList"/>
    <dgm:cxn modelId="{79714B65-A9CD-4B55-B83F-5E87FF1E099A}" srcId="{0C22D94E-6D65-4B69-B574-38BF17B17866}" destId="{23EC50D3-F4C2-4AD8-BA00-8864BA7FF5AD}" srcOrd="3" destOrd="0" parTransId="{716374EC-E52D-47EF-9A3E-57A9798B9DDE}" sibTransId="{480F1BD6-65AE-48CE-B99C-1B9D1098F244}"/>
    <dgm:cxn modelId="{E328899E-87FF-415E-91FD-C7A0EFB8F53F}" srcId="{0C22D94E-6D65-4B69-B574-38BF17B17866}" destId="{AD8AECDE-05D5-4AAB-BB57-917E443098D2}" srcOrd="2" destOrd="0" parTransId="{D92AB73E-BE45-4AF1-8E63-B1DDC46B24B2}" sibTransId="{4DAC9937-758B-44B8-B051-32E394377800}"/>
    <dgm:cxn modelId="{F1DB42E5-6E5F-4597-A56F-71EB7EADF3D2}" srcId="{0C22D94E-6D65-4B69-B574-38BF17B17866}" destId="{CC689375-0F63-4F7F-A36B-FC60A7DE4B86}" srcOrd="0" destOrd="0" parTransId="{B98453CA-4845-4632-9F4A-17C2596F3D03}" sibTransId="{FDC77AAE-BAB4-4401-A81B-8EF1C8680DB7}"/>
    <dgm:cxn modelId="{E2DA68F8-0F35-4AD7-9C8D-1113A161656E}" type="presOf" srcId="{23EC50D3-F4C2-4AD8-BA00-8864BA7FF5AD}" destId="{BEBBD31F-182F-4E80-9FA5-B6D89EF1A008}" srcOrd="0" destOrd="0" presId="urn:microsoft.com/office/officeart/2018/2/layout/IconVerticalSolidList"/>
    <dgm:cxn modelId="{7B966BE3-4D77-4D3D-9093-172DA7B86BC9}" type="presParOf" srcId="{C3BF01E6-6F9C-4DCA-BF93-3D1FCB0E1A11}" destId="{847B0377-78A3-43CB-A5B1-4739C6AD3631}" srcOrd="0" destOrd="0" presId="urn:microsoft.com/office/officeart/2018/2/layout/IconVerticalSolidList"/>
    <dgm:cxn modelId="{D18593FA-6936-4530-B013-48AF8088EC28}" type="presParOf" srcId="{847B0377-78A3-43CB-A5B1-4739C6AD3631}" destId="{4A3101C1-DD80-446E-A20E-795D03CB8B18}" srcOrd="0" destOrd="0" presId="urn:microsoft.com/office/officeart/2018/2/layout/IconVerticalSolidList"/>
    <dgm:cxn modelId="{BA8581E5-5B77-4D8A-91B3-BF469EFFB720}" type="presParOf" srcId="{847B0377-78A3-43CB-A5B1-4739C6AD3631}" destId="{BB0AF4E7-D247-49DD-9F8F-013588ED252D}" srcOrd="1" destOrd="0" presId="urn:microsoft.com/office/officeart/2018/2/layout/IconVerticalSolidList"/>
    <dgm:cxn modelId="{85D51D44-1295-4A07-9F25-67BB4DDADA32}" type="presParOf" srcId="{847B0377-78A3-43CB-A5B1-4739C6AD3631}" destId="{5BA05E06-A874-4515-A767-6DA276762280}" srcOrd="2" destOrd="0" presId="urn:microsoft.com/office/officeart/2018/2/layout/IconVerticalSolidList"/>
    <dgm:cxn modelId="{5FB9380E-DC0C-4133-8999-F7CB29A5E858}" type="presParOf" srcId="{847B0377-78A3-43CB-A5B1-4739C6AD3631}" destId="{A4AC5A24-54CF-4FC2-9A48-177FE190669E}" srcOrd="3" destOrd="0" presId="urn:microsoft.com/office/officeart/2018/2/layout/IconVerticalSolidList"/>
    <dgm:cxn modelId="{8366B78E-354F-4A76-8333-98F8881BA797}" type="presParOf" srcId="{C3BF01E6-6F9C-4DCA-BF93-3D1FCB0E1A11}" destId="{9EEB81B1-621E-48DE-82E9-5A33FA57DD22}" srcOrd="1" destOrd="0" presId="urn:microsoft.com/office/officeart/2018/2/layout/IconVerticalSolidList"/>
    <dgm:cxn modelId="{F59451EE-B37A-4814-881B-4B929D182644}" type="presParOf" srcId="{C3BF01E6-6F9C-4DCA-BF93-3D1FCB0E1A11}" destId="{39AE32B5-1595-4FFB-B923-392CA5656743}" srcOrd="2" destOrd="0" presId="urn:microsoft.com/office/officeart/2018/2/layout/IconVerticalSolidList"/>
    <dgm:cxn modelId="{388D7F41-AC3C-4EE8-AACE-D2148821E9F2}" type="presParOf" srcId="{39AE32B5-1595-4FFB-B923-392CA5656743}" destId="{CD660867-2B0A-4C39-B7D4-7520A92F1B34}" srcOrd="0" destOrd="0" presId="urn:microsoft.com/office/officeart/2018/2/layout/IconVerticalSolidList"/>
    <dgm:cxn modelId="{FEA10C2F-5BA3-4926-BD14-38739DE59E5D}" type="presParOf" srcId="{39AE32B5-1595-4FFB-B923-392CA5656743}" destId="{48CF81FD-34A5-4BAA-88D6-45BBB2BC5DAF}" srcOrd="1" destOrd="0" presId="urn:microsoft.com/office/officeart/2018/2/layout/IconVerticalSolidList"/>
    <dgm:cxn modelId="{1B219EDC-14B7-403D-9D5B-4EDB13DCA28B}" type="presParOf" srcId="{39AE32B5-1595-4FFB-B923-392CA5656743}" destId="{51F9A962-E240-48B4-9608-12C003E3DA9D}" srcOrd="2" destOrd="0" presId="urn:microsoft.com/office/officeart/2018/2/layout/IconVerticalSolidList"/>
    <dgm:cxn modelId="{EA078695-BF65-4E01-92DF-A75B83D2BF60}" type="presParOf" srcId="{39AE32B5-1595-4FFB-B923-392CA5656743}" destId="{FF99A739-FA02-4EA8-9771-E287D28AC6B4}" srcOrd="3" destOrd="0" presId="urn:microsoft.com/office/officeart/2018/2/layout/IconVerticalSolidList"/>
    <dgm:cxn modelId="{D0A8E586-AB55-421B-9D66-DA8B0644FC56}" type="presParOf" srcId="{C3BF01E6-6F9C-4DCA-BF93-3D1FCB0E1A11}" destId="{626E09F1-4E4C-4040-9D22-5EB7215F993E}" srcOrd="3" destOrd="0" presId="urn:microsoft.com/office/officeart/2018/2/layout/IconVerticalSolidList"/>
    <dgm:cxn modelId="{73EB7FF1-A2C4-4B2D-98BE-7D3815263A23}" type="presParOf" srcId="{C3BF01E6-6F9C-4DCA-BF93-3D1FCB0E1A11}" destId="{470633E5-F0AF-4947-A2D6-F9CAB1BF92FC}" srcOrd="4" destOrd="0" presId="urn:microsoft.com/office/officeart/2018/2/layout/IconVerticalSolidList"/>
    <dgm:cxn modelId="{F2A27576-D8E6-4C79-84B0-FBA8D1A5C923}" type="presParOf" srcId="{470633E5-F0AF-4947-A2D6-F9CAB1BF92FC}" destId="{1AD19BD0-ED64-4724-9E8A-5F583D46841F}" srcOrd="0" destOrd="0" presId="urn:microsoft.com/office/officeart/2018/2/layout/IconVerticalSolidList"/>
    <dgm:cxn modelId="{7126AF69-1CF3-4899-AC5B-36786C51F387}" type="presParOf" srcId="{470633E5-F0AF-4947-A2D6-F9CAB1BF92FC}" destId="{9ACF1A92-E285-4487-8A76-2B640334352D}" srcOrd="1" destOrd="0" presId="urn:microsoft.com/office/officeart/2018/2/layout/IconVerticalSolidList"/>
    <dgm:cxn modelId="{A1F95133-46E4-45D9-A666-329430D696FC}" type="presParOf" srcId="{470633E5-F0AF-4947-A2D6-F9CAB1BF92FC}" destId="{60E0AE89-486A-4628-9F9C-7702C5CD47FF}" srcOrd="2" destOrd="0" presId="urn:microsoft.com/office/officeart/2018/2/layout/IconVerticalSolidList"/>
    <dgm:cxn modelId="{8D9A079B-055B-4986-820C-14A820D7A546}" type="presParOf" srcId="{470633E5-F0AF-4947-A2D6-F9CAB1BF92FC}" destId="{730277AB-2283-4A6B-934C-7A8FBB0939F2}" srcOrd="3" destOrd="0" presId="urn:microsoft.com/office/officeart/2018/2/layout/IconVerticalSolidList"/>
    <dgm:cxn modelId="{F382F568-89F3-4E99-AB8D-895BAD0CB06D}" type="presParOf" srcId="{C3BF01E6-6F9C-4DCA-BF93-3D1FCB0E1A11}" destId="{55D7A493-3EFC-4389-8B6E-333C190AC3B7}" srcOrd="5" destOrd="0" presId="urn:microsoft.com/office/officeart/2018/2/layout/IconVerticalSolidList"/>
    <dgm:cxn modelId="{1A62FE29-4FAB-4153-8F5C-70C90B56EE4F}" type="presParOf" srcId="{C3BF01E6-6F9C-4DCA-BF93-3D1FCB0E1A11}" destId="{ED8245AB-1BC5-4EDE-AF60-5A4957A251DC}" srcOrd="6" destOrd="0" presId="urn:microsoft.com/office/officeart/2018/2/layout/IconVerticalSolidList"/>
    <dgm:cxn modelId="{303A4CC4-9B7C-483A-BD1A-E047B84A9170}" type="presParOf" srcId="{ED8245AB-1BC5-4EDE-AF60-5A4957A251DC}" destId="{0CE4ABD5-50BF-40DB-8118-958BA15229C4}" srcOrd="0" destOrd="0" presId="urn:microsoft.com/office/officeart/2018/2/layout/IconVerticalSolidList"/>
    <dgm:cxn modelId="{4F014A37-331A-4319-98E8-2BE2E949A647}" type="presParOf" srcId="{ED8245AB-1BC5-4EDE-AF60-5A4957A251DC}" destId="{2718AD8C-961A-4236-AB91-2AD9991CF749}" srcOrd="1" destOrd="0" presId="urn:microsoft.com/office/officeart/2018/2/layout/IconVerticalSolidList"/>
    <dgm:cxn modelId="{140F7B5C-4D4B-46EC-BBDC-E285E0AD8364}" type="presParOf" srcId="{ED8245AB-1BC5-4EDE-AF60-5A4957A251DC}" destId="{C8FA1564-1E82-4778-867D-1233E67E9EF0}" srcOrd="2" destOrd="0" presId="urn:microsoft.com/office/officeart/2018/2/layout/IconVerticalSolidList"/>
    <dgm:cxn modelId="{50AB58F2-3209-47E4-BCF4-DAC7AF89BCA0}" type="presParOf" srcId="{ED8245AB-1BC5-4EDE-AF60-5A4957A251DC}" destId="{BEBBD31F-182F-4E80-9FA5-B6D89EF1A0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CA03AA-46DE-418C-92A4-3E3F8585FEB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997486-6DAC-47E4-9111-5DE524A159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Forms collect user input in React apps.</a:t>
          </a:r>
        </a:p>
      </dgm:t>
    </dgm:pt>
    <dgm:pt modelId="{1A85BBB1-A4E2-4DB9-AA0A-89B30B3A183D}" type="parTrans" cxnId="{6E806C56-AC15-4F2E-8C00-8B39BC0A68FF}">
      <dgm:prSet/>
      <dgm:spPr/>
      <dgm:t>
        <a:bodyPr/>
        <a:lstStyle/>
        <a:p>
          <a:endParaRPr lang="en-US"/>
        </a:p>
      </dgm:t>
    </dgm:pt>
    <dgm:pt modelId="{5137B3A8-81D3-4062-B14B-FCFF0089CC26}" type="sibTrans" cxnId="{6E806C56-AC15-4F2E-8C00-8B39BC0A68FF}">
      <dgm:prSet/>
      <dgm:spPr/>
      <dgm:t>
        <a:bodyPr/>
        <a:lstStyle/>
        <a:p>
          <a:endParaRPr lang="en-US"/>
        </a:p>
      </dgm:t>
    </dgm:pt>
    <dgm:pt modelId="{7F77E7C8-F091-46FD-A94D-6A84ED5E84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controlled components to manage form state.</a:t>
          </a:r>
        </a:p>
      </dgm:t>
    </dgm:pt>
    <dgm:pt modelId="{D373D99F-1DFE-4AEF-8846-27F7684BFF6C}" type="parTrans" cxnId="{913B5A0C-FE1D-4A2A-BF28-B0153A09AF02}">
      <dgm:prSet/>
      <dgm:spPr/>
      <dgm:t>
        <a:bodyPr/>
        <a:lstStyle/>
        <a:p>
          <a:endParaRPr lang="en-US"/>
        </a:p>
      </dgm:t>
    </dgm:pt>
    <dgm:pt modelId="{B60AC6E1-E5D6-4496-B480-B4993D65DDEC}" type="sibTrans" cxnId="{913B5A0C-FE1D-4A2A-BF28-B0153A09AF02}">
      <dgm:prSet/>
      <dgm:spPr/>
      <dgm:t>
        <a:bodyPr/>
        <a:lstStyle/>
        <a:p>
          <a:endParaRPr lang="en-US"/>
        </a:p>
      </dgm:t>
    </dgm:pt>
    <dgm:pt modelId="{37311943-6563-4A02-9EFF-E0072CE003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Bind input value to component state.</a:t>
          </a:r>
        </a:p>
      </dgm:t>
    </dgm:pt>
    <dgm:pt modelId="{C62242A5-C69E-46CD-811E-87557A90A88C}" type="parTrans" cxnId="{A41E33C0-A6C7-48A0-A3E5-CAE2B0196A94}">
      <dgm:prSet/>
      <dgm:spPr/>
      <dgm:t>
        <a:bodyPr/>
        <a:lstStyle/>
        <a:p>
          <a:endParaRPr lang="en-US"/>
        </a:p>
      </dgm:t>
    </dgm:pt>
    <dgm:pt modelId="{71D03109-1CEE-4E11-96F7-EA35AC9689A8}" type="sibTrans" cxnId="{A41E33C0-A6C7-48A0-A3E5-CAE2B0196A94}">
      <dgm:prSet/>
      <dgm:spPr/>
      <dgm:t>
        <a:bodyPr/>
        <a:lstStyle/>
        <a:p>
          <a:endParaRPr lang="en-US"/>
        </a:p>
      </dgm:t>
    </dgm:pt>
    <dgm:pt modelId="{357311ED-AFF3-4B4F-BBC8-DEB859DC2C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Update state on input change.</a:t>
          </a:r>
        </a:p>
      </dgm:t>
    </dgm:pt>
    <dgm:pt modelId="{FEA7A5FC-3DEC-4211-B74A-15BC24AAE7B8}" type="parTrans" cxnId="{E2EDD8EF-D21D-4C0F-A467-D105A4D42FFF}">
      <dgm:prSet/>
      <dgm:spPr/>
      <dgm:t>
        <a:bodyPr/>
        <a:lstStyle/>
        <a:p>
          <a:endParaRPr lang="en-US"/>
        </a:p>
      </dgm:t>
    </dgm:pt>
    <dgm:pt modelId="{A110B720-86B6-4AA3-A5E6-8007DA3C40C9}" type="sibTrans" cxnId="{E2EDD8EF-D21D-4C0F-A467-D105A4D42FFF}">
      <dgm:prSet/>
      <dgm:spPr/>
      <dgm:t>
        <a:bodyPr/>
        <a:lstStyle/>
        <a:p>
          <a:endParaRPr lang="en-US"/>
        </a:p>
      </dgm:t>
    </dgm:pt>
    <dgm:pt modelId="{EE151E63-83DB-49B0-B57A-3C58745D750E}" type="pres">
      <dgm:prSet presAssocID="{DECA03AA-46DE-418C-92A4-3E3F8585FEB2}" presName="root" presStyleCnt="0">
        <dgm:presLayoutVars>
          <dgm:dir/>
          <dgm:resizeHandles val="exact"/>
        </dgm:presLayoutVars>
      </dgm:prSet>
      <dgm:spPr/>
    </dgm:pt>
    <dgm:pt modelId="{C1A698D8-E3EF-4900-B1A8-8B28ADFE9071}" type="pres">
      <dgm:prSet presAssocID="{30997486-6DAC-47E4-9111-5DE524A159D7}" presName="compNode" presStyleCnt="0"/>
      <dgm:spPr/>
    </dgm:pt>
    <dgm:pt modelId="{14B0D9F3-A672-45E7-9A56-C9E7ED2974B7}" type="pres">
      <dgm:prSet presAssocID="{30997486-6DAC-47E4-9111-5DE524A159D7}" presName="bgRect" presStyleLbl="bgShp" presStyleIdx="0" presStyleCnt="4"/>
      <dgm:spPr/>
    </dgm:pt>
    <dgm:pt modelId="{DB465759-E1A4-440B-B846-C5520612D390}" type="pres">
      <dgm:prSet presAssocID="{30997486-6DAC-47E4-9111-5DE524A159D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C5FCF35-BCD3-4812-8FF0-335F1C8D8A62}" type="pres">
      <dgm:prSet presAssocID="{30997486-6DAC-47E4-9111-5DE524A159D7}" presName="spaceRect" presStyleCnt="0"/>
      <dgm:spPr/>
    </dgm:pt>
    <dgm:pt modelId="{2FE204EA-F24D-423A-BD36-D505877C702D}" type="pres">
      <dgm:prSet presAssocID="{30997486-6DAC-47E4-9111-5DE524A159D7}" presName="parTx" presStyleLbl="revTx" presStyleIdx="0" presStyleCnt="4">
        <dgm:presLayoutVars>
          <dgm:chMax val="0"/>
          <dgm:chPref val="0"/>
        </dgm:presLayoutVars>
      </dgm:prSet>
      <dgm:spPr/>
    </dgm:pt>
    <dgm:pt modelId="{AB3B66E4-78DE-4599-BA7D-69BB845B1F8F}" type="pres">
      <dgm:prSet presAssocID="{5137B3A8-81D3-4062-B14B-FCFF0089CC26}" presName="sibTrans" presStyleCnt="0"/>
      <dgm:spPr/>
    </dgm:pt>
    <dgm:pt modelId="{DCD88F9B-ECA7-4D2A-9827-3D117E7F0C4C}" type="pres">
      <dgm:prSet presAssocID="{7F77E7C8-F091-46FD-A94D-6A84ED5E8430}" presName="compNode" presStyleCnt="0"/>
      <dgm:spPr/>
    </dgm:pt>
    <dgm:pt modelId="{9F187857-4D73-4335-9B18-B17CA6CE7DD7}" type="pres">
      <dgm:prSet presAssocID="{7F77E7C8-F091-46FD-A94D-6A84ED5E8430}" presName="bgRect" presStyleLbl="bgShp" presStyleIdx="1" presStyleCnt="4"/>
      <dgm:spPr/>
    </dgm:pt>
    <dgm:pt modelId="{D83AF3A6-D087-4BC9-A06D-E205A898C979}" type="pres">
      <dgm:prSet presAssocID="{7F77E7C8-F091-46FD-A94D-6A84ED5E843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3CFBB34-3845-4840-B324-1C4728F72CD6}" type="pres">
      <dgm:prSet presAssocID="{7F77E7C8-F091-46FD-A94D-6A84ED5E8430}" presName="spaceRect" presStyleCnt="0"/>
      <dgm:spPr/>
    </dgm:pt>
    <dgm:pt modelId="{B3F4E18C-8EA3-4EF5-A2E2-D50A3A8106C2}" type="pres">
      <dgm:prSet presAssocID="{7F77E7C8-F091-46FD-A94D-6A84ED5E8430}" presName="parTx" presStyleLbl="revTx" presStyleIdx="1" presStyleCnt="4">
        <dgm:presLayoutVars>
          <dgm:chMax val="0"/>
          <dgm:chPref val="0"/>
        </dgm:presLayoutVars>
      </dgm:prSet>
      <dgm:spPr/>
    </dgm:pt>
    <dgm:pt modelId="{3EC51A77-BA3A-4873-B206-0BA412E639CC}" type="pres">
      <dgm:prSet presAssocID="{B60AC6E1-E5D6-4496-B480-B4993D65DDEC}" presName="sibTrans" presStyleCnt="0"/>
      <dgm:spPr/>
    </dgm:pt>
    <dgm:pt modelId="{F2CD90FE-BC15-4CE7-9B8D-B730B7FA0DED}" type="pres">
      <dgm:prSet presAssocID="{37311943-6563-4A02-9EFF-E0072CE003EA}" presName="compNode" presStyleCnt="0"/>
      <dgm:spPr/>
    </dgm:pt>
    <dgm:pt modelId="{3EB77E8A-E430-4960-A40D-B92BBF07D069}" type="pres">
      <dgm:prSet presAssocID="{37311943-6563-4A02-9EFF-E0072CE003EA}" presName="bgRect" presStyleLbl="bgShp" presStyleIdx="2" presStyleCnt="4"/>
      <dgm:spPr/>
    </dgm:pt>
    <dgm:pt modelId="{61A52C5F-69A6-46A7-A50F-F8DA96102973}" type="pres">
      <dgm:prSet presAssocID="{37311943-6563-4A02-9EFF-E0072CE003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5B02344-3427-46AF-9FE9-9B7A172D86FE}" type="pres">
      <dgm:prSet presAssocID="{37311943-6563-4A02-9EFF-E0072CE003EA}" presName="spaceRect" presStyleCnt="0"/>
      <dgm:spPr/>
    </dgm:pt>
    <dgm:pt modelId="{0005F317-7608-4A1D-8002-B9A821480024}" type="pres">
      <dgm:prSet presAssocID="{37311943-6563-4A02-9EFF-E0072CE003EA}" presName="parTx" presStyleLbl="revTx" presStyleIdx="2" presStyleCnt="4">
        <dgm:presLayoutVars>
          <dgm:chMax val="0"/>
          <dgm:chPref val="0"/>
        </dgm:presLayoutVars>
      </dgm:prSet>
      <dgm:spPr/>
    </dgm:pt>
    <dgm:pt modelId="{F7154C65-05AA-4469-AD4C-B4D18BFBEF74}" type="pres">
      <dgm:prSet presAssocID="{71D03109-1CEE-4E11-96F7-EA35AC9689A8}" presName="sibTrans" presStyleCnt="0"/>
      <dgm:spPr/>
    </dgm:pt>
    <dgm:pt modelId="{990E7B25-44FF-4405-AC78-4D4B43FA662C}" type="pres">
      <dgm:prSet presAssocID="{357311ED-AFF3-4B4F-BBC8-DEB859DC2C61}" presName="compNode" presStyleCnt="0"/>
      <dgm:spPr/>
    </dgm:pt>
    <dgm:pt modelId="{1C64324A-853A-44CF-AADB-0B2B5868CF6F}" type="pres">
      <dgm:prSet presAssocID="{357311ED-AFF3-4B4F-BBC8-DEB859DC2C61}" presName="bgRect" presStyleLbl="bgShp" presStyleIdx="3" presStyleCnt="4"/>
      <dgm:spPr/>
    </dgm:pt>
    <dgm:pt modelId="{7C715CA6-5712-4DD2-835E-EABC941D792F}" type="pres">
      <dgm:prSet presAssocID="{357311ED-AFF3-4B4F-BBC8-DEB859DC2C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1263163-E077-4890-81A7-CD94CC013E58}" type="pres">
      <dgm:prSet presAssocID="{357311ED-AFF3-4B4F-BBC8-DEB859DC2C61}" presName="spaceRect" presStyleCnt="0"/>
      <dgm:spPr/>
    </dgm:pt>
    <dgm:pt modelId="{5216FF7F-8EDB-4A53-B3B9-AF9E5ACBB02C}" type="pres">
      <dgm:prSet presAssocID="{357311ED-AFF3-4B4F-BBC8-DEB859DC2C6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13B5A0C-FE1D-4A2A-BF28-B0153A09AF02}" srcId="{DECA03AA-46DE-418C-92A4-3E3F8585FEB2}" destId="{7F77E7C8-F091-46FD-A94D-6A84ED5E8430}" srcOrd="1" destOrd="0" parTransId="{D373D99F-1DFE-4AEF-8846-27F7684BFF6C}" sibTransId="{B60AC6E1-E5D6-4496-B480-B4993D65DDEC}"/>
    <dgm:cxn modelId="{FC0A9526-6E6D-422E-8A03-9DA3D68D3C68}" type="presOf" srcId="{7F77E7C8-F091-46FD-A94D-6A84ED5E8430}" destId="{B3F4E18C-8EA3-4EF5-A2E2-D50A3A8106C2}" srcOrd="0" destOrd="0" presId="urn:microsoft.com/office/officeart/2018/2/layout/IconVerticalSolidList"/>
    <dgm:cxn modelId="{FE363C3D-DFDC-489D-82B7-94A2BAC3A595}" type="presOf" srcId="{37311943-6563-4A02-9EFF-E0072CE003EA}" destId="{0005F317-7608-4A1D-8002-B9A821480024}" srcOrd="0" destOrd="0" presId="urn:microsoft.com/office/officeart/2018/2/layout/IconVerticalSolidList"/>
    <dgm:cxn modelId="{BEF5AB40-F5EA-478A-A8F1-126C10595462}" type="presOf" srcId="{357311ED-AFF3-4B4F-BBC8-DEB859DC2C61}" destId="{5216FF7F-8EDB-4A53-B3B9-AF9E5ACBB02C}" srcOrd="0" destOrd="0" presId="urn:microsoft.com/office/officeart/2018/2/layout/IconVerticalSolidList"/>
    <dgm:cxn modelId="{35F5DA60-5776-45E8-86EB-FBC6A2D22095}" type="presOf" srcId="{DECA03AA-46DE-418C-92A4-3E3F8585FEB2}" destId="{EE151E63-83DB-49B0-B57A-3C58745D750E}" srcOrd="0" destOrd="0" presId="urn:microsoft.com/office/officeart/2018/2/layout/IconVerticalSolidList"/>
    <dgm:cxn modelId="{6E806C56-AC15-4F2E-8C00-8B39BC0A68FF}" srcId="{DECA03AA-46DE-418C-92A4-3E3F8585FEB2}" destId="{30997486-6DAC-47E4-9111-5DE524A159D7}" srcOrd="0" destOrd="0" parTransId="{1A85BBB1-A4E2-4DB9-AA0A-89B30B3A183D}" sibTransId="{5137B3A8-81D3-4062-B14B-FCFF0089CC26}"/>
    <dgm:cxn modelId="{A41E33C0-A6C7-48A0-A3E5-CAE2B0196A94}" srcId="{DECA03AA-46DE-418C-92A4-3E3F8585FEB2}" destId="{37311943-6563-4A02-9EFF-E0072CE003EA}" srcOrd="2" destOrd="0" parTransId="{C62242A5-C69E-46CD-811E-87557A90A88C}" sibTransId="{71D03109-1CEE-4E11-96F7-EA35AC9689A8}"/>
    <dgm:cxn modelId="{4A7669DC-908E-4A38-85A9-4ECABEF2F7BE}" type="presOf" srcId="{30997486-6DAC-47E4-9111-5DE524A159D7}" destId="{2FE204EA-F24D-423A-BD36-D505877C702D}" srcOrd="0" destOrd="0" presId="urn:microsoft.com/office/officeart/2018/2/layout/IconVerticalSolidList"/>
    <dgm:cxn modelId="{E2EDD8EF-D21D-4C0F-A467-D105A4D42FFF}" srcId="{DECA03AA-46DE-418C-92A4-3E3F8585FEB2}" destId="{357311ED-AFF3-4B4F-BBC8-DEB859DC2C61}" srcOrd="3" destOrd="0" parTransId="{FEA7A5FC-3DEC-4211-B74A-15BC24AAE7B8}" sibTransId="{A110B720-86B6-4AA3-A5E6-8007DA3C40C9}"/>
    <dgm:cxn modelId="{FF3D0DF8-49B4-4747-80F8-0F3FBE81B637}" type="presParOf" srcId="{EE151E63-83DB-49B0-B57A-3C58745D750E}" destId="{C1A698D8-E3EF-4900-B1A8-8B28ADFE9071}" srcOrd="0" destOrd="0" presId="urn:microsoft.com/office/officeart/2018/2/layout/IconVerticalSolidList"/>
    <dgm:cxn modelId="{7B1087ED-AE0D-4C41-B596-317A431EC18B}" type="presParOf" srcId="{C1A698D8-E3EF-4900-B1A8-8B28ADFE9071}" destId="{14B0D9F3-A672-45E7-9A56-C9E7ED2974B7}" srcOrd="0" destOrd="0" presId="urn:microsoft.com/office/officeart/2018/2/layout/IconVerticalSolidList"/>
    <dgm:cxn modelId="{8E8FDD58-FD7D-4B74-B7F9-332F192149DE}" type="presParOf" srcId="{C1A698D8-E3EF-4900-B1A8-8B28ADFE9071}" destId="{DB465759-E1A4-440B-B846-C5520612D390}" srcOrd="1" destOrd="0" presId="urn:microsoft.com/office/officeart/2018/2/layout/IconVerticalSolidList"/>
    <dgm:cxn modelId="{952C3A46-5931-40D9-89DF-838C6756BC58}" type="presParOf" srcId="{C1A698D8-E3EF-4900-B1A8-8B28ADFE9071}" destId="{CC5FCF35-BCD3-4812-8FF0-335F1C8D8A62}" srcOrd="2" destOrd="0" presId="urn:microsoft.com/office/officeart/2018/2/layout/IconVerticalSolidList"/>
    <dgm:cxn modelId="{3C66F4C1-B509-475A-8F91-F46B8DAF0CA9}" type="presParOf" srcId="{C1A698D8-E3EF-4900-B1A8-8B28ADFE9071}" destId="{2FE204EA-F24D-423A-BD36-D505877C702D}" srcOrd="3" destOrd="0" presId="urn:microsoft.com/office/officeart/2018/2/layout/IconVerticalSolidList"/>
    <dgm:cxn modelId="{B8931C03-C27F-4CFD-8417-BC0BFCA59308}" type="presParOf" srcId="{EE151E63-83DB-49B0-B57A-3C58745D750E}" destId="{AB3B66E4-78DE-4599-BA7D-69BB845B1F8F}" srcOrd="1" destOrd="0" presId="urn:microsoft.com/office/officeart/2018/2/layout/IconVerticalSolidList"/>
    <dgm:cxn modelId="{127A1875-CE26-49CF-90D8-2CDC7D0B928B}" type="presParOf" srcId="{EE151E63-83DB-49B0-B57A-3C58745D750E}" destId="{DCD88F9B-ECA7-4D2A-9827-3D117E7F0C4C}" srcOrd="2" destOrd="0" presId="urn:microsoft.com/office/officeart/2018/2/layout/IconVerticalSolidList"/>
    <dgm:cxn modelId="{45956B78-C21C-4DF4-822D-4B04A79C515F}" type="presParOf" srcId="{DCD88F9B-ECA7-4D2A-9827-3D117E7F0C4C}" destId="{9F187857-4D73-4335-9B18-B17CA6CE7DD7}" srcOrd="0" destOrd="0" presId="urn:microsoft.com/office/officeart/2018/2/layout/IconVerticalSolidList"/>
    <dgm:cxn modelId="{D95F7423-FD36-4FA5-8325-B7405348950E}" type="presParOf" srcId="{DCD88F9B-ECA7-4D2A-9827-3D117E7F0C4C}" destId="{D83AF3A6-D087-4BC9-A06D-E205A898C979}" srcOrd="1" destOrd="0" presId="urn:microsoft.com/office/officeart/2018/2/layout/IconVerticalSolidList"/>
    <dgm:cxn modelId="{3A38882B-B0A5-4E02-A9C0-F2F529330A90}" type="presParOf" srcId="{DCD88F9B-ECA7-4D2A-9827-3D117E7F0C4C}" destId="{E3CFBB34-3845-4840-B324-1C4728F72CD6}" srcOrd="2" destOrd="0" presId="urn:microsoft.com/office/officeart/2018/2/layout/IconVerticalSolidList"/>
    <dgm:cxn modelId="{56310A9E-5EE8-4281-97C4-F01DDAEF36AB}" type="presParOf" srcId="{DCD88F9B-ECA7-4D2A-9827-3D117E7F0C4C}" destId="{B3F4E18C-8EA3-4EF5-A2E2-D50A3A8106C2}" srcOrd="3" destOrd="0" presId="urn:microsoft.com/office/officeart/2018/2/layout/IconVerticalSolidList"/>
    <dgm:cxn modelId="{B2D5FB99-BF34-49CC-88B5-1CC833594F23}" type="presParOf" srcId="{EE151E63-83DB-49B0-B57A-3C58745D750E}" destId="{3EC51A77-BA3A-4873-B206-0BA412E639CC}" srcOrd="3" destOrd="0" presId="urn:microsoft.com/office/officeart/2018/2/layout/IconVerticalSolidList"/>
    <dgm:cxn modelId="{D5814CA2-837B-472D-8D20-C7B4BB43CDCB}" type="presParOf" srcId="{EE151E63-83DB-49B0-B57A-3C58745D750E}" destId="{F2CD90FE-BC15-4CE7-9B8D-B730B7FA0DED}" srcOrd="4" destOrd="0" presId="urn:microsoft.com/office/officeart/2018/2/layout/IconVerticalSolidList"/>
    <dgm:cxn modelId="{B275FE3F-C32A-46F6-9E2F-69D2A5984A64}" type="presParOf" srcId="{F2CD90FE-BC15-4CE7-9B8D-B730B7FA0DED}" destId="{3EB77E8A-E430-4960-A40D-B92BBF07D069}" srcOrd="0" destOrd="0" presId="urn:microsoft.com/office/officeart/2018/2/layout/IconVerticalSolidList"/>
    <dgm:cxn modelId="{AC04DCF0-20DA-4CCB-9CD6-38B0752BAB1E}" type="presParOf" srcId="{F2CD90FE-BC15-4CE7-9B8D-B730B7FA0DED}" destId="{61A52C5F-69A6-46A7-A50F-F8DA96102973}" srcOrd="1" destOrd="0" presId="urn:microsoft.com/office/officeart/2018/2/layout/IconVerticalSolidList"/>
    <dgm:cxn modelId="{DDEC76D0-07DA-412C-9637-174079C1E1AF}" type="presParOf" srcId="{F2CD90FE-BC15-4CE7-9B8D-B730B7FA0DED}" destId="{85B02344-3427-46AF-9FE9-9B7A172D86FE}" srcOrd="2" destOrd="0" presId="urn:microsoft.com/office/officeart/2018/2/layout/IconVerticalSolidList"/>
    <dgm:cxn modelId="{C3BE7F5E-7A5E-4C16-BF02-BAB8995A5244}" type="presParOf" srcId="{F2CD90FE-BC15-4CE7-9B8D-B730B7FA0DED}" destId="{0005F317-7608-4A1D-8002-B9A821480024}" srcOrd="3" destOrd="0" presId="urn:microsoft.com/office/officeart/2018/2/layout/IconVerticalSolidList"/>
    <dgm:cxn modelId="{3053A250-8D63-443E-932B-8C86317D5375}" type="presParOf" srcId="{EE151E63-83DB-49B0-B57A-3C58745D750E}" destId="{F7154C65-05AA-4469-AD4C-B4D18BFBEF74}" srcOrd="5" destOrd="0" presId="urn:microsoft.com/office/officeart/2018/2/layout/IconVerticalSolidList"/>
    <dgm:cxn modelId="{400A5402-9837-4397-87AE-B7919548F8C6}" type="presParOf" srcId="{EE151E63-83DB-49B0-B57A-3C58745D750E}" destId="{990E7B25-44FF-4405-AC78-4D4B43FA662C}" srcOrd="6" destOrd="0" presId="urn:microsoft.com/office/officeart/2018/2/layout/IconVerticalSolidList"/>
    <dgm:cxn modelId="{8F3E62DD-5A8E-4028-AB21-412005CC7200}" type="presParOf" srcId="{990E7B25-44FF-4405-AC78-4D4B43FA662C}" destId="{1C64324A-853A-44CF-AADB-0B2B5868CF6F}" srcOrd="0" destOrd="0" presId="urn:microsoft.com/office/officeart/2018/2/layout/IconVerticalSolidList"/>
    <dgm:cxn modelId="{8D301DD0-C10A-4CCC-98BD-A56BE0DFAA68}" type="presParOf" srcId="{990E7B25-44FF-4405-AC78-4D4B43FA662C}" destId="{7C715CA6-5712-4DD2-835E-EABC941D792F}" srcOrd="1" destOrd="0" presId="urn:microsoft.com/office/officeart/2018/2/layout/IconVerticalSolidList"/>
    <dgm:cxn modelId="{6DB01D8C-8086-4C7D-9433-51D372B9502B}" type="presParOf" srcId="{990E7B25-44FF-4405-AC78-4D4B43FA662C}" destId="{31263163-E077-4890-81A7-CD94CC013E58}" srcOrd="2" destOrd="0" presId="urn:microsoft.com/office/officeart/2018/2/layout/IconVerticalSolidList"/>
    <dgm:cxn modelId="{63631F81-5E5D-4CA4-B8B2-4D16C4382E91}" type="presParOf" srcId="{990E7B25-44FF-4405-AC78-4D4B43FA662C}" destId="{5216FF7F-8EDB-4A53-B3B9-AF9E5ACBB0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2749C-EDDD-4895-ACCB-EC56B3102498}">
      <dsp:nvSpPr>
        <dsp:cNvPr id="0" name=""/>
        <dsp:cNvSpPr/>
      </dsp:nvSpPr>
      <dsp:spPr>
        <a:xfrm>
          <a:off x="0" y="1669"/>
          <a:ext cx="7290197" cy="8461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A3433-15BB-403E-9332-6FF228C5F39F}">
      <dsp:nvSpPr>
        <dsp:cNvPr id="0" name=""/>
        <dsp:cNvSpPr/>
      </dsp:nvSpPr>
      <dsp:spPr>
        <a:xfrm>
          <a:off x="255971" y="192061"/>
          <a:ext cx="465402" cy="465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CD353-911A-4501-8FED-D7B9362EE899}">
      <dsp:nvSpPr>
        <dsp:cNvPr id="0" name=""/>
        <dsp:cNvSpPr/>
      </dsp:nvSpPr>
      <dsp:spPr>
        <a:xfrm>
          <a:off x="977345" y="1669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Axios is a promise-based HTTP client for the browser and Node.js.</a:t>
          </a:r>
        </a:p>
      </dsp:txBody>
      <dsp:txXfrm>
        <a:off x="977345" y="1669"/>
        <a:ext cx="6312851" cy="846186"/>
      </dsp:txXfrm>
    </dsp:sp>
    <dsp:sp modelId="{037A9AFA-5D50-45F7-AC4B-A857C7933BE8}">
      <dsp:nvSpPr>
        <dsp:cNvPr id="0" name=""/>
        <dsp:cNvSpPr/>
      </dsp:nvSpPr>
      <dsp:spPr>
        <a:xfrm>
          <a:off x="0" y="1059402"/>
          <a:ext cx="7290197" cy="8461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9F5EB-9B3A-496A-B559-646D995EF878}">
      <dsp:nvSpPr>
        <dsp:cNvPr id="0" name=""/>
        <dsp:cNvSpPr/>
      </dsp:nvSpPr>
      <dsp:spPr>
        <a:xfrm>
          <a:off x="255971" y="1249794"/>
          <a:ext cx="465402" cy="465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36405-9B5C-4F72-8C86-DD66B8FB0E7F}">
      <dsp:nvSpPr>
        <dsp:cNvPr id="0" name=""/>
        <dsp:cNvSpPr/>
      </dsp:nvSpPr>
      <dsp:spPr>
        <a:xfrm>
          <a:off x="977345" y="1059402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Used to fetch data from APIs in React apps.</a:t>
          </a:r>
        </a:p>
      </dsp:txBody>
      <dsp:txXfrm>
        <a:off x="977345" y="1059402"/>
        <a:ext cx="6312851" cy="846186"/>
      </dsp:txXfrm>
    </dsp:sp>
    <dsp:sp modelId="{5A8FC886-DE14-4A63-A5CB-6B3E7CF4D542}">
      <dsp:nvSpPr>
        <dsp:cNvPr id="0" name=""/>
        <dsp:cNvSpPr/>
      </dsp:nvSpPr>
      <dsp:spPr>
        <a:xfrm>
          <a:off x="0" y="2117135"/>
          <a:ext cx="7290197" cy="8461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31B015-837F-4426-B6DC-B10A7530A4A6}">
      <dsp:nvSpPr>
        <dsp:cNvPr id="0" name=""/>
        <dsp:cNvSpPr/>
      </dsp:nvSpPr>
      <dsp:spPr>
        <a:xfrm>
          <a:off x="255971" y="2307527"/>
          <a:ext cx="465402" cy="465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F7405-48B7-418F-B376-095C86B1592F}">
      <dsp:nvSpPr>
        <dsp:cNvPr id="0" name=""/>
        <dsp:cNvSpPr/>
      </dsp:nvSpPr>
      <dsp:spPr>
        <a:xfrm>
          <a:off x="977345" y="2117135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Supports request and response interception.</a:t>
          </a:r>
        </a:p>
      </dsp:txBody>
      <dsp:txXfrm>
        <a:off x="977345" y="2117135"/>
        <a:ext cx="6312851" cy="846186"/>
      </dsp:txXfrm>
    </dsp:sp>
    <dsp:sp modelId="{E98B0300-5186-4F89-8CA1-11CA4EB0AB98}">
      <dsp:nvSpPr>
        <dsp:cNvPr id="0" name=""/>
        <dsp:cNvSpPr/>
      </dsp:nvSpPr>
      <dsp:spPr>
        <a:xfrm>
          <a:off x="0" y="3174868"/>
          <a:ext cx="7290197" cy="8461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F4DB5D-4A1D-4A34-B065-E094956301DD}">
      <dsp:nvSpPr>
        <dsp:cNvPr id="0" name=""/>
        <dsp:cNvSpPr/>
      </dsp:nvSpPr>
      <dsp:spPr>
        <a:xfrm>
          <a:off x="255971" y="3365260"/>
          <a:ext cx="465402" cy="465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15A61-3884-4BF2-A289-EA1708E83062}">
      <dsp:nvSpPr>
        <dsp:cNvPr id="0" name=""/>
        <dsp:cNvSpPr/>
      </dsp:nvSpPr>
      <dsp:spPr>
        <a:xfrm>
          <a:off x="977345" y="3174868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Can be used with async/await for cleaner syntax.</a:t>
          </a:r>
        </a:p>
      </dsp:txBody>
      <dsp:txXfrm>
        <a:off x="977345" y="3174868"/>
        <a:ext cx="6312851" cy="846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219C9-8804-4259-80F1-96DA86C5E89A}">
      <dsp:nvSpPr>
        <dsp:cNvPr id="0" name=""/>
        <dsp:cNvSpPr/>
      </dsp:nvSpPr>
      <dsp:spPr>
        <a:xfrm>
          <a:off x="0" y="416631"/>
          <a:ext cx="2278186" cy="318946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616" tIns="330200" rIns="177616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Install Axios using npm or yarn.</a:t>
          </a:r>
        </a:p>
      </dsp:txBody>
      <dsp:txXfrm>
        <a:off x="0" y="1628627"/>
        <a:ext cx="2278186" cy="1913676"/>
      </dsp:txXfrm>
    </dsp:sp>
    <dsp:sp modelId="{CB74F7AB-78C8-42EA-8A9A-CBF5C815A8AF}">
      <dsp:nvSpPr>
        <dsp:cNvPr id="0" name=""/>
        <dsp:cNvSpPr/>
      </dsp:nvSpPr>
      <dsp:spPr>
        <a:xfrm>
          <a:off x="660674" y="735578"/>
          <a:ext cx="956838" cy="95683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99" tIns="12700" rIns="7459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00800" y="875704"/>
        <a:ext cx="676586" cy="676586"/>
      </dsp:txXfrm>
    </dsp:sp>
    <dsp:sp modelId="{531DE65F-370E-48F3-8F5E-0E857745DD4D}">
      <dsp:nvSpPr>
        <dsp:cNvPr id="0" name=""/>
        <dsp:cNvSpPr/>
      </dsp:nvSpPr>
      <dsp:spPr>
        <a:xfrm>
          <a:off x="0" y="3606021"/>
          <a:ext cx="2278186" cy="72"/>
        </a:xfrm>
        <a:prstGeom prst="rect">
          <a:avLst/>
        </a:prstGeom>
        <a:solidFill>
          <a:schemeClr val="accent2">
            <a:hueOff val="-264675"/>
            <a:satOff val="298"/>
            <a:lumOff val="706"/>
            <a:alphaOff val="0"/>
          </a:schemeClr>
        </a:solidFill>
        <a:ln w="15875" cap="flat" cmpd="sng" algn="ctr">
          <a:solidFill>
            <a:schemeClr val="accent2">
              <a:hueOff val="-264675"/>
              <a:satOff val="298"/>
              <a:lumOff val="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6DCE1-8771-485A-A06C-A6840C782D37}">
      <dsp:nvSpPr>
        <dsp:cNvPr id="0" name=""/>
        <dsp:cNvSpPr/>
      </dsp:nvSpPr>
      <dsp:spPr>
        <a:xfrm>
          <a:off x="2506005" y="416631"/>
          <a:ext cx="2278186" cy="3189461"/>
        </a:xfrm>
        <a:prstGeom prst="rect">
          <a:avLst/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616" tIns="330200" rIns="177616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axios.get() to fetch data.</a:t>
          </a:r>
        </a:p>
      </dsp:txBody>
      <dsp:txXfrm>
        <a:off x="2506005" y="1628627"/>
        <a:ext cx="2278186" cy="1913676"/>
      </dsp:txXfrm>
    </dsp:sp>
    <dsp:sp modelId="{1A4BA487-3B95-4E1D-88CA-4A43DEB8AD5A}">
      <dsp:nvSpPr>
        <dsp:cNvPr id="0" name=""/>
        <dsp:cNvSpPr/>
      </dsp:nvSpPr>
      <dsp:spPr>
        <a:xfrm>
          <a:off x="3166679" y="735578"/>
          <a:ext cx="956838" cy="956838"/>
        </a:xfrm>
        <a:prstGeom prst="ellipse">
          <a:avLst/>
        </a:prstGeom>
        <a:solidFill>
          <a:schemeClr val="accent2">
            <a:hueOff val="-529349"/>
            <a:satOff val="597"/>
            <a:lumOff val="1412"/>
            <a:alphaOff val="0"/>
          </a:schemeClr>
        </a:solidFill>
        <a:ln w="15875" cap="flat" cmpd="sng" algn="ctr">
          <a:solidFill>
            <a:schemeClr val="accent2">
              <a:hueOff val="-529349"/>
              <a:satOff val="597"/>
              <a:lumOff val="14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99" tIns="12700" rIns="7459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306805" y="875704"/>
        <a:ext cx="676586" cy="676586"/>
      </dsp:txXfrm>
    </dsp:sp>
    <dsp:sp modelId="{9E93B922-2E36-4DA8-A129-3FC833F6E9E2}">
      <dsp:nvSpPr>
        <dsp:cNvPr id="0" name=""/>
        <dsp:cNvSpPr/>
      </dsp:nvSpPr>
      <dsp:spPr>
        <a:xfrm>
          <a:off x="2506005" y="3606021"/>
          <a:ext cx="2278186" cy="72"/>
        </a:xfrm>
        <a:prstGeom prst="rect">
          <a:avLst/>
        </a:prstGeom>
        <a:solidFill>
          <a:schemeClr val="accent2">
            <a:hueOff val="-794024"/>
            <a:satOff val="895"/>
            <a:lumOff val="2118"/>
            <a:alphaOff val="0"/>
          </a:schemeClr>
        </a:solidFill>
        <a:ln w="15875" cap="flat" cmpd="sng" algn="ctr">
          <a:solidFill>
            <a:schemeClr val="accent2">
              <a:hueOff val="-794024"/>
              <a:satOff val="895"/>
              <a:lumOff val="2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8D433-62D4-4836-A994-2739980C0421}">
      <dsp:nvSpPr>
        <dsp:cNvPr id="0" name=""/>
        <dsp:cNvSpPr/>
      </dsp:nvSpPr>
      <dsp:spPr>
        <a:xfrm>
          <a:off x="5012010" y="416631"/>
          <a:ext cx="2278186" cy="3189461"/>
        </a:xfrm>
        <a:prstGeom prst="rect">
          <a:avLst/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616" tIns="330200" rIns="177616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axios.post() to send data.</a:t>
          </a:r>
        </a:p>
      </dsp:txBody>
      <dsp:txXfrm>
        <a:off x="5012010" y="1628627"/>
        <a:ext cx="2278186" cy="1913676"/>
      </dsp:txXfrm>
    </dsp:sp>
    <dsp:sp modelId="{71E33FF8-5C6B-4B7F-8499-8C95D46EC946}">
      <dsp:nvSpPr>
        <dsp:cNvPr id="0" name=""/>
        <dsp:cNvSpPr/>
      </dsp:nvSpPr>
      <dsp:spPr>
        <a:xfrm>
          <a:off x="5672684" y="735578"/>
          <a:ext cx="956838" cy="956838"/>
        </a:xfrm>
        <a:prstGeom prst="ellipse">
          <a:avLst/>
        </a:prstGeom>
        <a:solidFill>
          <a:schemeClr val="accent2">
            <a:hueOff val="-1058698"/>
            <a:satOff val="1194"/>
            <a:lumOff val="2824"/>
            <a:alphaOff val="0"/>
          </a:schemeClr>
        </a:solidFill>
        <a:ln w="15875" cap="flat" cmpd="sng" algn="ctr">
          <a:solidFill>
            <a:schemeClr val="accent2">
              <a:hueOff val="-1058698"/>
              <a:satOff val="1194"/>
              <a:lumOff val="2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99" tIns="12700" rIns="7459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5812810" y="875704"/>
        <a:ext cx="676586" cy="676586"/>
      </dsp:txXfrm>
    </dsp:sp>
    <dsp:sp modelId="{5DE392E0-AB8E-499D-A6DF-F3B1BF24F2AF}">
      <dsp:nvSpPr>
        <dsp:cNvPr id="0" name=""/>
        <dsp:cNvSpPr/>
      </dsp:nvSpPr>
      <dsp:spPr>
        <a:xfrm>
          <a:off x="5012010" y="3606021"/>
          <a:ext cx="2278186" cy="72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101C1-DD80-446E-A20E-795D03CB8B18}">
      <dsp:nvSpPr>
        <dsp:cNvPr id="0" name=""/>
        <dsp:cNvSpPr/>
      </dsp:nvSpPr>
      <dsp:spPr>
        <a:xfrm>
          <a:off x="0" y="1669"/>
          <a:ext cx="7290055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AF4E7-D247-49DD-9F8F-013588ED252D}">
      <dsp:nvSpPr>
        <dsp:cNvPr id="0" name=""/>
        <dsp:cNvSpPr/>
      </dsp:nvSpPr>
      <dsp:spPr>
        <a:xfrm>
          <a:off x="256011" y="192091"/>
          <a:ext cx="465476" cy="465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C5A24-54CF-4FC2-9A48-177FE190669E}">
      <dsp:nvSpPr>
        <dsp:cNvPr id="0" name=""/>
        <dsp:cNvSpPr/>
      </dsp:nvSpPr>
      <dsp:spPr>
        <a:xfrm>
          <a:off x="977499" y="1669"/>
          <a:ext cx="6312555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Async/await simplifies working with promises.</a:t>
          </a:r>
        </a:p>
      </dsp:txBody>
      <dsp:txXfrm>
        <a:off x="977499" y="1669"/>
        <a:ext cx="6312555" cy="846320"/>
      </dsp:txXfrm>
    </dsp:sp>
    <dsp:sp modelId="{CD660867-2B0A-4C39-B7D4-7520A92F1B34}">
      <dsp:nvSpPr>
        <dsp:cNvPr id="0" name=""/>
        <dsp:cNvSpPr/>
      </dsp:nvSpPr>
      <dsp:spPr>
        <a:xfrm>
          <a:off x="0" y="1059569"/>
          <a:ext cx="7290055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CF81FD-34A5-4BAA-88D6-45BBB2BC5DAF}">
      <dsp:nvSpPr>
        <dsp:cNvPr id="0" name=""/>
        <dsp:cNvSpPr/>
      </dsp:nvSpPr>
      <dsp:spPr>
        <a:xfrm>
          <a:off x="256011" y="1249991"/>
          <a:ext cx="465476" cy="465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9A739-FA02-4EA8-9771-E287D28AC6B4}">
      <dsp:nvSpPr>
        <dsp:cNvPr id="0" name=""/>
        <dsp:cNvSpPr/>
      </dsp:nvSpPr>
      <dsp:spPr>
        <a:xfrm>
          <a:off x="977499" y="1059569"/>
          <a:ext cx="6312555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Makes asynchronous code look synchronous.</a:t>
          </a:r>
        </a:p>
      </dsp:txBody>
      <dsp:txXfrm>
        <a:off x="977499" y="1059569"/>
        <a:ext cx="6312555" cy="846320"/>
      </dsp:txXfrm>
    </dsp:sp>
    <dsp:sp modelId="{1AD19BD0-ED64-4724-9E8A-5F583D46841F}">
      <dsp:nvSpPr>
        <dsp:cNvPr id="0" name=""/>
        <dsp:cNvSpPr/>
      </dsp:nvSpPr>
      <dsp:spPr>
        <a:xfrm>
          <a:off x="0" y="2117470"/>
          <a:ext cx="7290055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F1A92-E285-4487-8A76-2B640334352D}">
      <dsp:nvSpPr>
        <dsp:cNvPr id="0" name=""/>
        <dsp:cNvSpPr/>
      </dsp:nvSpPr>
      <dsp:spPr>
        <a:xfrm>
          <a:off x="256011" y="2307892"/>
          <a:ext cx="465476" cy="465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0277AB-2283-4A6B-934C-7A8FBB0939F2}">
      <dsp:nvSpPr>
        <dsp:cNvPr id="0" name=""/>
        <dsp:cNvSpPr/>
      </dsp:nvSpPr>
      <dsp:spPr>
        <a:xfrm>
          <a:off x="977499" y="2117470"/>
          <a:ext cx="6312555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'async' keyword before function.</a:t>
          </a:r>
        </a:p>
      </dsp:txBody>
      <dsp:txXfrm>
        <a:off x="977499" y="2117470"/>
        <a:ext cx="6312555" cy="846320"/>
      </dsp:txXfrm>
    </dsp:sp>
    <dsp:sp modelId="{0CE4ABD5-50BF-40DB-8118-958BA15229C4}">
      <dsp:nvSpPr>
        <dsp:cNvPr id="0" name=""/>
        <dsp:cNvSpPr/>
      </dsp:nvSpPr>
      <dsp:spPr>
        <a:xfrm>
          <a:off x="0" y="3175370"/>
          <a:ext cx="7290055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8AD8C-961A-4236-AB91-2AD9991CF749}">
      <dsp:nvSpPr>
        <dsp:cNvPr id="0" name=""/>
        <dsp:cNvSpPr/>
      </dsp:nvSpPr>
      <dsp:spPr>
        <a:xfrm>
          <a:off x="256011" y="3365792"/>
          <a:ext cx="465476" cy="465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BD31F-182F-4E80-9FA5-B6D89EF1A008}">
      <dsp:nvSpPr>
        <dsp:cNvPr id="0" name=""/>
        <dsp:cNvSpPr/>
      </dsp:nvSpPr>
      <dsp:spPr>
        <a:xfrm>
          <a:off x="977499" y="3175370"/>
          <a:ext cx="6312555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'await' to pause until promise resolves.</a:t>
          </a:r>
        </a:p>
      </dsp:txBody>
      <dsp:txXfrm>
        <a:off x="977499" y="3175370"/>
        <a:ext cx="6312555" cy="8463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0D9F3-A672-45E7-9A56-C9E7ED2974B7}">
      <dsp:nvSpPr>
        <dsp:cNvPr id="0" name=""/>
        <dsp:cNvSpPr/>
      </dsp:nvSpPr>
      <dsp:spPr>
        <a:xfrm>
          <a:off x="0" y="1669"/>
          <a:ext cx="7290055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65759-E1A4-440B-B846-C5520612D390}">
      <dsp:nvSpPr>
        <dsp:cNvPr id="0" name=""/>
        <dsp:cNvSpPr/>
      </dsp:nvSpPr>
      <dsp:spPr>
        <a:xfrm>
          <a:off x="256011" y="192091"/>
          <a:ext cx="465476" cy="465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204EA-F24D-423A-BD36-D505877C702D}">
      <dsp:nvSpPr>
        <dsp:cNvPr id="0" name=""/>
        <dsp:cNvSpPr/>
      </dsp:nvSpPr>
      <dsp:spPr>
        <a:xfrm>
          <a:off x="977499" y="1669"/>
          <a:ext cx="6312555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Forms collect user input in React apps.</a:t>
          </a:r>
        </a:p>
      </dsp:txBody>
      <dsp:txXfrm>
        <a:off x="977499" y="1669"/>
        <a:ext cx="6312555" cy="846320"/>
      </dsp:txXfrm>
    </dsp:sp>
    <dsp:sp modelId="{9F187857-4D73-4335-9B18-B17CA6CE7DD7}">
      <dsp:nvSpPr>
        <dsp:cNvPr id="0" name=""/>
        <dsp:cNvSpPr/>
      </dsp:nvSpPr>
      <dsp:spPr>
        <a:xfrm>
          <a:off x="0" y="1059569"/>
          <a:ext cx="7290055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AF3A6-D087-4BC9-A06D-E205A898C979}">
      <dsp:nvSpPr>
        <dsp:cNvPr id="0" name=""/>
        <dsp:cNvSpPr/>
      </dsp:nvSpPr>
      <dsp:spPr>
        <a:xfrm>
          <a:off x="256011" y="1249991"/>
          <a:ext cx="465476" cy="465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4E18C-8EA3-4EF5-A2E2-D50A3A8106C2}">
      <dsp:nvSpPr>
        <dsp:cNvPr id="0" name=""/>
        <dsp:cNvSpPr/>
      </dsp:nvSpPr>
      <dsp:spPr>
        <a:xfrm>
          <a:off x="977499" y="1059569"/>
          <a:ext cx="6312555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controlled components to manage form state.</a:t>
          </a:r>
        </a:p>
      </dsp:txBody>
      <dsp:txXfrm>
        <a:off x="977499" y="1059569"/>
        <a:ext cx="6312555" cy="846320"/>
      </dsp:txXfrm>
    </dsp:sp>
    <dsp:sp modelId="{3EB77E8A-E430-4960-A40D-B92BBF07D069}">
      <dsp:nvSpPr>
        <dsp:cNvPr id="0" name=""/>
        <dsp:cNvSpPr/>
      </dsp:nvSpPr>
      <dsp:spPr>
        <a:xfrm>
          <a:off x="0" y="2117470"/>
          <a:ext cx="7290055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52C5F-69A6-46A7-A50F-F8DA96102973}">
      <dsp:nvSpPr>
        <dsp:cNvPr id="0" name=""/>
        <dsp:cNvSpPr/>
      </dsp:nvSpPr>
      <dsp:spPr>
        <a:xfrm>
          <a:off x="256011" y="2307892"/>
          <a:ext cx="465476" cy="465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5F317-7608-4A1D-8002-B9A821480024}">
      <dsp:nvSpPr>
        <dsp:cNvPr id="0" name=""/>
        <dsp:cNvSpPr/>
      </dsp:nvSpPr>
      <dsp:spPr>
        <a:xfrm>
          <a:off x="977499" y="2117470"/>
          <a:ext cx="6312555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Bind input value to component state.</a:t>
          </a:r>
        </a:p>
      </dsp:txBody>
      <dsp:txXfrm>
        <a:off x="977499" y="2117470"/>
        <a:ext cx="6312555" cy="846320"/>
      </dsp:txXfrm>
    </dsp:sp>
    <dsp:sp modelId="{1C64324A-853A-44CF-AADB-0B2B5868CF6F}">
      <dsp:nvSpPr>
        <dsp:cNvPr id="0" name=""/>
        <dsp:cNvSpPr/>
      </dsp:nvSpPr>
      <dsp:spPr>
        <a:xfrm>
          <a:off x="0" y="3175370"/>
          <a:ext cx="7290055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15CA6-5712-4DD2-835E-EABC941D792F}">
      <dsp:nvSpPr>
        <dsp:cNvPr id="0" name=""/>
        <dsp:cNvSpPr/>
      </dsp:nvSpPr>
      <dsp:spPr>
        <a:xfrm>
          <a:off x="256011" y="3365792"/>
          <a:ext cx="465476" cy="465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16FF7F-8EDB-4A53-B3B9-AF9E5ACBB02C}">
      <dsp:nvSpPr>
        <dsp:cNvPr id="0" name=""/>
        <dsp:cNvSpPr/>
      </dsp:nvSpPr>
      <dsp:spPr>
        <a:xfrm>
          <a:off x="977499" y="3175370"/>
          <a:ext cx="6312555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Update state on input change.</a:t>
          </a:r>
        </a:p>
      </dsp:txBody>
      <dsp:txXfrm>
        <a:off x="977499" y="3175370"/>
        <a:ext cx="6312555" cy="846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922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24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00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5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0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0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6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49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99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8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332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35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xios-http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br>
              <a:rPr lang="en-US" sz="4700" dirty="0"/>
            </a:br>
            <a:r>
              <a:rPr lang="en-US" sz="4700" dirty="0"/>
              <a:t>Forms– Lesson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72" y="4621235"/>
            <a:ext cx="4904668" cy="1225028"/>
          </a:xfrm>
        </p:spPr>
        <p:txBody>
          <a:bodyPr anchor="t">
            <a:normAutofit/>
          </a:bodyPr>
          <a:lstStyle/>
          <a:p>
            <a:pPr algn="r"/>
            <a:r>
              <a:rPr lang="en-US" sz="1700" dirty="0"/>
              <a:t>Third-Party Libraries, Async/Await, Forms</a:t>
            </a:r>
          </a:p>
          <a:p>
            <a:pPr algn="r"/>
            <a:r>
              <a:rPr lang="en-US" sz="1700" dirty="0"/>
              <a:t>Presented by: [Your Name]</a:t>
            </a:r>
          </a:p>
          <a:p>
            <a:pPr algn="r"/>
            <a:r>
              <a:rPr lang="en-US" sz="1700" dirty="0"/>
              <a:t>Course: 2510 React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Axios – 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4C7CF1-A673-5996-BCA1-09E907CD9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179781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Axios – Basic Usage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460DE4-4D38-2C80-EE20-FC5286574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803763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Axios – Basic Usage –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br>
              <a:rPr sz="2400" dirty="0"/>
            </a:br>
            <a:r>
              <a:rPr sz="2400" dirty="0" err="1"/>
              <a:t>axios.get</a:t>
            </a:r>
            <a:r>
              <a:rPr sz="2400" dirty="0"/>
              <a:t>('https://api.example.com/data')</a:t>
            </a:r>
            <a:br>
              <a:rPr sz="2400" dirty="0"/>
            </a:br>
            <a:r>
              <a:rPr sz="2400" dirty="0"/>
              <a:t>  .then(response =&gt; console.log(</a:t>
            </a:r>
            <a:r>
              <a:rPr sz="2400" dirty="0" err="1"/>
              <a:t>response.data</a:t>
            </a:r>
            <a:r>
              <a:rPr sz="2400" dirty="0"/>
              <a:t>))</a:t>
            </a:r>
            <a:br>
              <a:rPr sz="2400" dirty="0"/>
            </a:br>
            <a:r>
              <a:rPr sz="2400" dirty="0"/>
              <a:t>  .catch(error =&gt; </a:t>
            </a:r>
            <a:r>
              <a:rPr sz="2400" dirty="0" err="1"/>
              <a:t>console.error</a:t>
            </a:r>
            <a:r>
              <a:rPr sz="2400" dirty="0"/>
              <a:t>(error));</a:t>
            </a:r>
            <a:br>
              <a:rPr sz="2400" dirty="0"/>
            </a:b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Async/Await – 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027197-BC61-2666-D218-32398F72C6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096" y="2286000"/>
          <a:ext cx="7290055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Async/Await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try/catch for error handling.</a:t>
            </a:r>
          </a:p>
          <a:p>
            <a:r>
              <a:t>Combine with Axios for clean API calls.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Async/Await – Example –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br>
              <a:rPr dirty="0"/>
            </a:br>
            <a:r>
              <a:rPr sz="2400" dirty="0"/>
              <a:t>const </a:t>
            </a:r>
            <a:r>
              <a:rPr sz="2400" dirty="0" err="1"/>
              <a:t>fetchData</a:t>
            </a:r>
            <a:r>
              <a:rPr sz="2400" dirty="0"/>
              <a:t> = async () =&gt; {</a:t>
            </a:r>
            <a:br>
              <a:rPr sz="2400" dirty="0"/>
            </a:br>
            <a:r>
              <a:rPr sz="2400" dirty="0"/>
              <a:t>  try {</a:t>
            </a:r>
            <a:br>
              <a:rPr sz="2400" dirty="0"/>
            </a:br>
            <a:r>
              <a:rPr sz="2400" dirty="0"/>
              <a:t>    const response = await </a:t>
            </a:r>
            <a:r>
              <a:rPr sz="2400" dirty="0" err="1"/>
              <a:t>axios.get</a:t>
            </a:r>
            <a:r>
              <a:rPr sz="2400" dirty="0"/>
              <a:t>('https://api.example.com/data');</a:t>
            </a:r>
            <a:br>
              <a:rPr sz="2400" dirty="0"/>
            </a:br>
            <a:r>
              <a:rPr sz="2400" dirty="0"/>
              <a:t>    console.log(</a:t>
            </a:r>
            <a:r>
              <a:rPr sz="2400" dirty="0" err="1"/>
              <a:t>response.data</a:t>
            </a:r>
            <a:r>
              <a:rPr sz="2400" dirty="0"/>
              <a:t>);</a:t>
            </a:r>
            <a:br>
              <a:rPr sz="2400" dirty="0"/>
            </a:br>
            <a:r>
              <a:rPr sz="2400" dirty="0"/>
              <a:t>  } catch (error) {</a:t>
            </a:r>
            <a:br>
              <a:rPr sz="2400" dirty="0"/>
            </a:br>
            <a:r>
              <a:rPr sz="2400" dirty="0"/>
              <a:t>    </a:t>
            </a:r>
            <a:r>
              <a:rPr sz="2400" dirty="0" err="1"/>
              <a:t>console.error</a:t>
            </a:r>
            <a:r>
              <a:rPr sz="2400" dirty="0"/>
              <a:t>(error);</a:t>
            </a:r>
            <a:br>
              <a:rPr sz="2400" dirty="0"/>
            </a:br>
            <a:r>
              <a:rPr sz="2400" dirty="0"/>
              <a:t>  }</a:t>
            </a:r>
            <a:br>
              <a:rPr sz="2400" dirty="0"/>
            </a:br>
            <a:r>
              <a:rPr sz="2400" dirty="0"/>
              <a:t>};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Forms in React – Basics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4CA0B1-E80D-6CA1-3C9C-C7B3182157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096" y="2286000"/>
          <a:ext cx="7290055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Forms – Controlled Component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Use </a:t>
            </a:r>
            <a:r>
              <a:rPr sz="2400" dirty="0" err="1"/>
              <a:t>useState</a:t>
            </a:r>
            <a:r>
              <a:rPr sz="2400" dirty="0"/>
              <a:t> to manage input value.</a:t>
            </a:r>
          </a:p>
          <a:p>
            <a:r>
              <a:rPr sz="2400" dirty="0"/>
              <a:t>Update state </a:t>
            </a:r>
            <a:r>
              <a:rPr sz="2400" dirty="0" err="1"/>
              <a:t>onChange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Forms – Controlled Component Example –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br>
              <a:rPr dirty="0"/>
            </a:br>
            <a:r>
              <a:rPr sz="2400" dirty="0"/>
              <a:t>const [value, </a:t>
            </a:r>
            <a:r>
              <a:rPr sz="2400" dirty="0" err="1"/>
              <a:t>setValue</a:t>
            </a:r>
            <a:r>
              <a:rPr sz="2400" dirty="0"/>
              <a:t>] = </a:t>
            </a:r>
            <a:r>
              <a:rPr sz="2400" dirty="0" err="1"/>
              <a:t>useState</a:t>
            </a:r>
            <a:r>
              <a:rPr sz="2400" dirty="0"/>
              <a:t>('');</a:t>
            </a:r>
            <a:br>
              <a:rPr sz="2400" dirty="0"/>
            </a:br>
            <a:br>
              <a:rPr sz="2400" dirty="0"/>
            </a:br>
            <a:r>
              <a:rPr sz="2400" dirty="0"/>
              <a:t>&lt;input</a:t>
            </a:r>
            <a:br>
              <a:rPr sz="2400" dirty="0"/>
            </a:br>
            <a:r>
              <a:rPr sz="2400" dirty="0"/>
              <a:t>  type="text"</a:t>
            </a:r>
            <a:br>
              <a:rPr sz="2400" dirty="0"/>
            </a:br>
            <a:r>
              <a:rPr sz="2400" dirty="0"/>
              <a:t>  value={value}</a:t>
            </a:r>
            <a:br>
              <a:rPr sz="2400" dirty="0"/>
            </a:br>
            <a:r>
              <a:rPr sz="2400" dirty="0"/>
              <a:t>  </a:t>
            </a:r>
            <a:r>
              <a:rPr sz="2400" dirty="0" err="1"/>
              <a:t>onChange</a:t>
            </a:r>
            <a:r>
              <a:rPr sz="2400" dirty="0"/>
              <a:t>={(e) =&gt; </a:t>
            </a:r>
            <a:r>
              <a:rPr sz="2400" dirty="0" err="1"/>
              <a:t>setValue</a:t>
            </a:r>
            <a:r>
              <a:rPr sz="2400" dirty="0"/>
              <a:t>(</a:t>
            </a:r>
            <a:r>
              <a:rPr sz="2400" dirty="0" err="1"/>
              <a:t>e.target.value</a:t>
            </a:r>
            <a:r>
              <a:rPr sz="2400" dirty="0"/>
              <a:t>)}</a:t>
            </a:r>
            <a:br>
              <a:rPr sz="2400" dirty="0"/>
            </a:br>
            <a:r>
              <a:rPr sz="2400" dirty="0"/>
              <a:t>/&gt;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Actions – Submitting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Handle form submission with </a:t>
            </a:r>
            <a:r>
              <a:rPr sz="2400" dirty="0" err="1"/>
              <a:t>onSubmit</a:t>
            </a:r>
            <a:r>
              <a:rPr sz="2400" dirty="0"/>
              <a:t>.</a:t>
            </a:r>
          </a:p>
          <a:p>
            <a:r>
              <a:rPr sz="2400" dirty="0"/>
              <a:t>Prevent default behavior using </a:t>
            </a:r>
            <a:r>
              <a:rPr sz="2400" dirty="0" err="1"/>
              <a:t>event.preventDefault</a:t>
            </a:r>
            <a:r>
              <a:rPr sz="2400" dirty="0"/>
              <a:t>().</a:t>
            </a:r>
          </a:p>
          <a:p>
            <a:r>
              <a:rPr sz="2400" dirty="0"/>
              <a:t>Process form data in the handler.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Form Actions – Submitting Forms –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br>
              <a:rPr dirty="0"/>
            </a:br>
            <a:r>
              <a:rPr sz="2400" dirty="0"/>
              <a:t>const </a:t>
            </a:r>
            <a:r>
              <a:rPr sz="2400" dirty="0" err="1"/>
              <a:t>handleSubmit</a:t>
            </a:r>
            <a:r>
              <a:rPr sz="2400" dirty="0"/>
              <a:t> = (event) =&gt; {</a:t>
            </a:r>
            <a:br>
              <a:rPr sz="2400" dirty="0"/>
            </a:br>
            <a:r>
              <a:rPr sz="2400" dirty="0"/>
              <a:t>  </a:t>
            </a:r>
            <a:r>
              <a:rPr sz="2400" dirty="0" err="1"/>
              <a:t>event.preventDefault</a:t>
            </a:r>
            <a:r>
              <a:rPr sz="2400" dirty="0"/>
              <a:t>();</a:t>
            </a:r>
            <a:br>
              <a:rPr sz="2400" dirty="0"/>
            </a:br>
            <a:r>
              <a:rPr sz="2400" dirty="0"/>
              <a:t>  console.log(value);</a:t>
            </a:r>
            <a:br>
              <a:rPr sz="2400" dirty="0"/>
            </a:br>
            <a:r>
              <a:rPr sz="2400" dirty="0"/>
              <a:t>};</a:t>
            </a:r>
            <a:br>
              <a:rPr sz="2400" dirty="0"/>
            </a:br>
            <a:br>
              <a:rPr sz="2400" dirty="0"/>
            </a:br>
            <a:r>
              <a:rPr sz="2400" dirty="0"/>
              <a:t>&lt;form </a:t>
            </a:r>
            <a:r>
              <a:rPr sz="2400" dirty="0" err="1"/>
              <a:t>onSubmit</a:t>
            </a:r>
            <a:r>
              <a:rPr sz="2400" dirty="0"/>
              <a:t>={</a:t>
            </a:r>
            <a:r>
              <a:rPr sz="2400" dirty="0" err="1"/>
              <a:t>handleSubmit</a:t>
            </a:r>
            <a:r>
              <a:rPr sz="2400" dirty="0"/>
              <a:t>}&gt;</a:t>
            </a:r>
            <a:br>
              <a:rPr sz="2400" dirty="0"/>
            </a:br>
            <a:r>
              <a:rPr sz="2400" dirty="0"/>
              <a:t>  &lt;input ... /&gt;</a:t>
            </a:r>
            <a:br>
              <a:rPr sz="2400" dirty="0"/>
            </a:br>
            <a:r>
              <a:rPr sz="2400" dirty="0"/>
              <a:t>  &lt;button type="submit"&gt;Submit&lt;/button&gt;</a:t>
            </a:r>
            <a:br>
              <a:rPr sz="2400" dirty="0"/>
            </a:br>
            <a:r>
              <a:rPr sz="2400" dirty="0"/>
              <a:t>&lt;/form&gt;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Axios simplifies HTTP requests in React.</a:t>
            </a:r>
          </a:p>
          <a:p>
            <a:r>
              <a:rPr sz="2400" dirty="0"/>
              <a:t>Async/await makes asynchronous code readable.</a:t>
            </a:r>
          </a:p>
          <a:p>
            <a:r>
              <a:rPr sz="2400" dirty="0"/>
              <a:t>Forms in React use controlled components.</a:t>
            </a:r>
          </a:p>
          <a:p>
            <a:r>
              <a:rPr sz="2400" dirty="0"/>
              <a:t>Form submission is handled with event handlers.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Further Reading /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5" y="1929384"/>
            <a:ext cx="7290055" cy="4023360"/>
          </a:xfrm>
        </p:spPr>
        <p:txBody>
          <a:bodyPr/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Axios Documentation – </a:t>
            </a:r>
            <a:r>
              <a:rPr sz="2400" dirty="0">
                <a:hlinkClick r:id="rId2"/>
              </a:rPr>
              <a:t>https://axios-http.com</a:t>
            </a:r>
            <a:endParaRPr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MDN Web Docs – Async/Await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React Docs – Forms and Controlled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React Docs – Handling Events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71FBD443DB645BC32CB9A99CF976B" ma:contentTypeVersion="18" ma:contentTypeDescription="Create a new document." ma:contentTypeScope="" ma:versionID="27444926869326fc33142517165c0c6e">
  <xsd:schema xmlns:xsd="http://www.w3.org/2001/XMLSchema" xmlns:xs="http://www.w3.org/2001/XMLSchema" xmlns:p="http://schemas.microsoft.com/office/2006/metadata/properties" xmlns:ns1="http://schemas.microsoft.com/sharepoint/v3" xmlns:ns2="a29706ce-7dd9-430f-9203-d15122c9954d" xmlns:ns3="564477d5-28bc-4281-951a-a6595459d476" targetNamespace="http://schemas.microsoft.com/office/2006/metadata/properties" ma:root="true" ma:fieldsID="a3f55a8f816f3f830bad0a70fc35b3cf" ns1:_="" ns2:_="" ns3:_="">
    <xsd:import namespace="http://schemas.microsoft.com/sharepoint/v3"/>
    <xsd:import namespace="a29706ce-7dd9-430f-9203-d15122c9954d"/>
    <xsd:import namespace="564477d5-28bc-4281-951a-a6595459d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706ce-7dd9-430f-9203-d15122c995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ab9d10e-cf46-43c3-8dbe-852b4cfb5d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477d5-28bc-4281-951a-a6595459d4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014298-9250-4e8d-9453-de0460558e4e}" ma:internalName="TaxCatchAll" ma:showField="CatchAllData" ma:web="564477d5-28bc-4281-951a-a6595459d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64477d5-28bc-4281-951a-a6595459d476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a29706ce-7dd9-430f-9203-d15122c9954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AA139D5-9A8C-40BE-BE95-B5B9B6AAB3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F4BE77-179D-4040-AAA1-EF6F48ADB5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9706ce-7dd9-430f-9203-d15122c9954d"/>
    <ds:schemaRef ds:uri="564477d5-28bc-4281-951a-a6595459d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0EE884-E203-4441-94A8-4E568D0F464D}">
  <ds:schemaRefs>
    <ds:schemaRef ds:uri="http://schemas.microsoft.com/office/2006/metadata/properties"/>
    <ds:schemaRef ds:uri="http://schemas.microsoft.com/office/infopath/2007/PartnerControls"/>
    <ds:schemaRef ds:uri="564477d5-28bc-4281-951a-a6595459d476"/>
    <ds:schemaRef ds:uri="http://schemas.microsoft.com/sharepoint/v3"/>
    <ds:schemaRef ds:uri="a29706ce-7dd9-430f-9203-d15122c9954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</TotalTime>
  <Words>537</Words>
  <Application>Microsoft Office PowerPoint</Application>
  <PresentationFormat>On-screen Show (4:3)</PresentationFormat>
  <Paragraphs>63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Integral</vt:lpstr>
      <vt:lpstr> Forms– Lesson 8</vt:lpstr>
      <vt:lpstr>Axios – Introduction</vt:lpstr>
      <vt:lpstr>Axios – Basic Usage</vt:lpstr>
      <vt:lpstr>Axios – Basic Usage – Code Example</vt:lpstr>
      <vt:lpstr>Async/Await – Introduction</vt:lpstr>
      <vt:lpstr>Async/Await – Example</vt:lpstr>
      <vt:lpstr>Async/Await – Example – Code Example</vt:lpstr>
      <vt:lpstr>Forms in React – Basics</vt:lpstr>
      <vt:lpstr>Forms – Controlled Component Example</vt:lpstr>
      <vt:lpstr>Forms – Controlled Component Example – Code Example</vt:lpstr>
      <vt:lpstr>Form Actions – Submitting Forms</vt:lpstr>
      <vt:lpstr>Form Actions – Submitting Forms – Code Example</vt:lpstr>
      <vt:lpstr>Summary</vt:lpstr>
      <vt:lpstr>Further Reading /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Walthour, Moreland</cp:lastModifiedBy>
  <cp:revision>10</cp:revision>
  <dcterms:created xsi:type="dcterms:W3CDTF">2013-01-27T09:14:16Z</dcterms:created>
  <dcterms:modified xsi:type="dcterms:W3CDTF">2025-11-05T22:42:25Z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0x01010012C71FBD443DB645BC32CB9A99CF976B</vt:lpwstr>
  </property>
</Properties>
</file>